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Hedvig Letters Sans" panose="020B0604020202020204" charset="0"/>
      <p:regular r:id="rId18"/>
    </p:embeddedFont>
    <p:embeddedFont>
      <p:font typeface="Liter" panose="020B0604020202020204" charset="0"/>
      <p:regular r:id="rId19"/>
    </p:embeddedFont>
    <p:embeddedFont>
      <p:font typeface="Quattrocento Sans" panose="020B0502050000020003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74" autoAdjust="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540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381000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1219200" y="0"/>
                </a:moveTo>
                <a:lnTo>
                  <a:pt x="1219200" y="0"/>
                </a:lnTo>
                <a:cubicBezTo>
                  <a:pt x="1892095" y="0"/>
                  <a:pt x="2438400" y="546305"/>
                  <a:pt x="2438400" y="1219200"/>
                </a:cubicBezTo>
                <a:lnTo>
                  <a:pt x="2438400" y="1219200"/>
                </a:lnTo>
                <a:cubicBezTo>
                  <a:pt x="2438400" y="1892095"/>
                  <a:pt x="1892095" y="2438400"/>
                  <a:pt x="1219200" y="2438400"/>
                </a:cubicBezTo>
                <a:lnTo>
                  <a:pt x="1219200" y="2438400"/>
                </a:lnTo>
                <a:cubicBezTo>
                  <a:pt x="546305" y="2438400"/>
                  <a:pt x="0" y="1892095"/>
                  <a:pt x="0" y="1219200"/>
                </a:cubicBezTo>
                <a:lnTo>
                  <a:pt x="0" y="1219200"/>
                </a:lnTo>
                <a:cubicBezTo>
                  <a:pt x="0" y="546305"/>
                  <a:pt x="546305" y="0"/>
                  <a:pt x="121920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8781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81012" y="50211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81000"/>
            <a:ext cx="234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HealthVision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648399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Visual Health Screening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957263"/>
            <a:ext cx="2686050" cy="428625"/>
          </a:xfrm>
          <a:custGeom>
            <a:avLst/>
            <a:gdLst/>
            <a:ahLst/>
            <a:cxnLst/>
            <a:rect l="l" t="t" r="r" b="b"/>
            <a:pathLst>
              <a:path w="2686050" h="428625">
                <a:moveTo>
                  <a:pt x="214313" y="0"/>
                </a:moveTo>
                <a:lnTo>
                  <a:pt x="2471738" y="0"/>
                </a:lnTo>
                <a:cubicBezTo>
                  <a:pt x="2590020" y="0"/>
                  <a:pt x="2686050" y="96030"/>
                  <a:pt x="2686050" y="214313"/>
                </a:cubicBezTo>
                <a:lnTo>
                  <a:pt x="2686050" y="214313"/>
                </a:lnTo>
                <a:cubicBezTo>
                  <a:pt x="2686050" y="332595"/>
                  <a:pt x="2590020" y="428625"/>
                  <a:pt x="24717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125" y="1038225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 Presentation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1560527"/>
            <a:ext cx="117729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AI-Based Visual</a:t>
            </a: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Screening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2991199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AI-powered platform for non-invasive detection of Jaundice, Skin Diseases, and Nail Disorders using deep learning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740922"/>
            <a:ext cx="3648075" cy="1457325"/>
          </a:xfrm>
          <a:custGeom>
            <a:avLst/>
            <a:gdLst/>
            <a:ahLst/>
            <a:cxnLst/>
            <a:rect l="l" t="t" r="r" b="b"/>
            <a:pathLst>
              <a:path w="3648075" h="1457325">
                <a:moveTo>
                  <a:pt x="114298" y="0"/>
                </a:moveTo>
                <a:lnTo>
                  <a:pt x="3533777" y="0"/>
                </a:lnTo>
                <a:cubicBezTo>
                  <a:pt x="3596860" y="0"/>
                  <a:pt x="3648075" y="51215"/>
                  <a:pt x="3648075" y="114298"/>
                </a:cubicBezTo>
                <a:lnTo>
                  <a:pt x="3648075" y="1343027"/>
                </a:lnTo>
                <a:cubicBezTo>
                  <a:pt x="3648075" y="1406110"/>
                  <a:pt x="3596860" y="1457325"/>
                  <a:pt x="353377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1025" y="3936184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>
              <a:solidFill>
                <a:srgbClr val="00D4A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1025" y="4240984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Engineering College, Munger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1025" y="4545784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Science &amp; Engineering (AI)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1963" y="3740922"/>
            <a:ext cx="3648075" cy="1457325"/>
          </a:xfrm>
          <a:custGeom>
            <a:avLst/>
            <a:gdLst/>
            <a:ahLst/>
            <a:cxnLst/>
            <a:rect l="l" t="t" r="r" b="b"/>
            <a:pathLst>
              <a:path w="3648075" h="1457325">
                <a:moveTo>
                  <a:pt x="114298" y="0"/>
                </a:moveTo>
                <a:lnTo>
                  <a:pt x="3533777" y="0"/>
                </a:lnTo>
                <a:cubicBezTo>
                  <a:pt x="3596860" y="0"/>
                  <a:pt x="3648075" y="51215"/>
                  <a:pt x="3648075" y="114298"/>
                </a:cubicBezTo>
                <a:lnTo>
                  <a:pt x="3648075" y="1343027"/>
                </a:lnTo>
                <a:cubicBezTo>
                  <a:pt x="3648075" y="1406110"/>
                  <a:pt x="3596860" y="1457325"/>
                  <a:pt x="353377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7225" y="3936184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Supervisor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67225" y="4240984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Saurabh Suman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67225" y="4545784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Professor, CSE Department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58163" y="3740922"/>
            <a:ext cx="3648075" cy="1457325"/>
          </a:xfrm>
          <a:custGeom>
            <a:avLst/>
            <a:gdLst/>
            <a:ahLst/>
            <a:cxnLst/>
            <a:rect l="l" t="t" r="r" b="b"/>
            <a:pathLst>
              <a:path w="3648075" h="1457325">
                <a:moveTo>
                  <a:pt x="114298" y="0"/>
                </a:moveTo>
                <a:lnTo>
                  <a:pt x="3533777" y="0"/>
                </a:lnTo>
                <a:cubicBezTo>
                  <a:pt x="3596860" y="0"/>
                  <a:pt x="3648075" y="51215"/>
                  <a:pt x="3648075" y="114298"/>
                </a:cubicBezTo>
                <a:lnTo>
                  <a:pt x="3648075" y="1343027"/>
                </a:lnTo>
                <a:cubicBezTo>
                  <a:pt x="3648075" y="1406110"/>
                  <a:pt x="3596860" y="1457325"/>
                  <a:pt x="353377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3425" y="3936184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Semester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3425" y="4240984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7th Semester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3425" y="4545784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B.Tech CSE (Artificial Intelligence)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532731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1000" y="5443231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Team Members</a:t>
            </a:r>
            <a:endParaRPr lang="en-US" sz="1600" dirty="0">
              <a:solidFill>
                <a:srgbClr val="00D4AA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81000" y="59119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338138" y="5911966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2500" y="5911966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Gaurav Kumar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2500" y="6140566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23151144901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6600" y="59119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3233738" y="5911966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48100" y="5911966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Nitesh Kumar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48100" y="6140566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22151144040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59119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35" name="Text 33"/>
          <p:cNvSpPr/>
          <p:nvPr/>
        </p:nvSpPr>
        <p:spPr>
          <a:xfrm>
            <a:off x="6129338" y="5911966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43700" y="5911966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Rupesh Kumar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43700" y="6140566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22151144010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67800" y="59119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39" name="Text 37"/>
          <p:cNvSpPr/>
          <p:nvPr/>
        </p:nvSpPr>
        <p:spPr>
          <a:xfrm>
            <a:off x="9024938" y="5911966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39300" y="591196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Indrajeet Kumar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39300" y="614056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23151144906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42900"/>
                </a:lnTo>
                <a:cubicBezTo>
                  <a:pt x="76200" y="363928"/>
                  <a:pt x="59128" y="381000"/>
                  <a:pt x="381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638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AI-based health screening platform for non-invasive disease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09700"/>
            <a:ext cx="6591300" cy="3086100"/>
          </a:xfrm>
          <a:custGeom>
            <a:avLst/>
            <a:gdLst/>
            <a:ahLst/>
            <a:cxnLst/>
            <a:rect l="l" t="t" r="r" b="b"/>
            <a:pathLst>
              <a:path w="6591300" h="3086100">
                <a:moveTo>
                  <a:pt x="152392" y="0"/>
                </a:moveTo>
                <a:lnTo>
                  <a:pt x="6438908" y="0"/>
                </a:lnTo>
                <a:cubicBezTo>
                  <a:pt x="6523072" y="0"/>
                  <a:pt x="6591300" y="68228"/>
                  <a:pt x="6591300" y="152392"/>
                </a:cubicBezTo>
                <a:lnTo>
                  <a:pt x="6591300" y="2933708"/>
                </a:lnTo>
                <a:cubicBezTo>
                  <a:pt x="6591300" y="3017872"/>
                  <a:pt x="6523072" y="3086100"/>
                  <a:pt x="6438908" y="3086100"/>
                </a:cubicBezTo>
                <a:lnTo>
                  <a:pt x="152392" y="3086100"/>
                </a:lnTo>
                <a:cubicBezTo>
                  <a:pt x="68228" y="3086100"/>
                  <a:pt x="0" y="3017872"/>
                  <a:pt x="0" y="2933708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609600" y="21538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3906" y="23157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287191"/>
            <a:ext cx="164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915841"/>
            <a:ext cx="62198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</a:t>
            </a:r>
            <a:r>
              <a:rPr lang="en-US" sz="135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non-invasive, AI-powered health screening platform</a:t>
            </a: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uses deep learning to analyze images of eyes, face skin, and nails to detect potential health conditions — </a:t>
            </a:r>
            <a:r>
              <a:rPr lang="en-US" sz="1350" dirty="0">
                <a:solidFill>
                  <a:srgbClr val="FFFFFF">
                    <a:alpha val="90000"/>
                  </a:srgbClr>
                </a:solidFill>
                <a:highlight>
                  <a:srgbClr val="00D4AA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blood tests or lab visits </a:t>
            </a: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0525" y="4657725"/>
            <a:ext cx="2076450" cy="1809750"/>
          </a:xfrm>
          <a:custGeom>
            <a:avLst/>
            <a:gdLst/>
            <a:ahLst/>
            <a:cxnLst/>
            <a:rect l="l" t="t" r="r" b="b"/>
            <a:pathLst>
              <a:path w="2076450" h="1809750">
                <a:moveTo>
                  <a:pt x="114304" y="0"/>
                </a:moveTo>
                <a:lnTo>
                  <a:pt x="1962146" y="0"/>
                </a:lnTo>
                <a:cubicBezTo>
                  <a:pt x="2025274" y="0"/>
                  <a:pt x="2076450" y="51176"/>
                  <a:pt x="2076450" y="114304"/>
                </a:cubicBezTo>
                <a:lnTo>
                  <a:pt x="2076450" y="1695446"/>
                </a:lnTo>
                <a:cubicBezTo>
                  <a:pt x="2076450" y="1758574"/>
                  <a:pt x="2025274" y="1809750"/>
                  <a:pt x="1962146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455" y="48577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1299567" y="50101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2925" y="55054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Eye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2450" y="5848350"/>
            <a:ext cx="1752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Jaundice screening through sclera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37234" y="4657725"/>
            <a:ext cx="2076450" cy="1809750"/>
          </a:xfrm>
          <a:custGeom>
            <a:avLst/>
            <a:gdLst/>
            <a:ahLst/>
            <a:cxnLst/>
            <a:rect l="l" t="t" r="r" b="b"/>
            <a:pathLst>
              <a:path w="2076450" h="1809750">
                <a:moveTo>
                  <a:pt x="114304" y="0"/>
                </a:moveTo>
                <a:lnTo>
                  <a:pt x="1962146" y="0"/>
                </a:lnTo>
                <a:cubicBezTo>
                  <a:pt x="2025274" y="0"/>
                  <a:pt x="2076450" y="51176"/>
                  <a:pt x="2076450" y="114304"/>
                </a:cubicBezTo>
                <a:lnTo>
                  <a:pt x="2076450" y="1695446"/>
                </a:lnTo>
                <a:cubicBezTo>
                  <a:pt x="2076450" y="1758574"/>
                  <a:pt x="2025274" y="1809750"/>
                  <a:pt x="1962146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8164" y="48577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3574852" y="50101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789634" y="55054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99159" y="5848350"/>
            <a:ext cx="1752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5-class skin disease classification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84093" y="4657725"/>
            <a:ext cx="2076450" cy="1809750"/>
          </a:xfrm>
          <a:custGeom>
            <a:avLst/>
            <a:gdLst/>
            <a:ahLst/>
            <a:cxnLst/>
            <a:rect l="l" t="t" r="r" b="b"/>
            <a:pathLst>
              <a:path w="2076450" h="1809750">
                <a:moveTo>
                  <a:pt x="114304" y="0"/>
                </a:moveTo>
                <a:lnTo>
                  <a:pt x="1962146" y="0"/>
                </a:lnTo>
                <a:cubicBezTo>
                  <a:pt x="2025274" y="0"/>
                  <a:pt x="2076450" y="51176"/>
                  <a:pt x="2076450" y="114304"/>
                </a:cubicBezTo>
                <a:lnTo>
                  <a:pt x="2076450" y="1695446"/>
                </a:lnTo>
                <a:cubicBezTo>
                  <a:pt x="2076450" y="1758574"/>
                  <a:pt x="2025274" y="1809750"/>
                  <a:pt x="1962146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55022" y="48577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5778847" y="50101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0"/>
                </a:moveTo>
                <a:cubicBezTo>
                  <a:pt x="150778" y="0"/>
                  <a:pt x="157163" y="6385"/>
                  <a:pt x="157163" y="14288"/>
                </a:cubicBezTo>
                <a:lnTo>
                  <a:pt x="157163" y="107156"/>
                </a:lnTo>
                <a:cubicBezTo>
                  <a:pt x="157163" y="111085"/>
                  <a:pt x="160377" y="114300"/>
                  <a:pt x="164306" y="114300"/>
                </a:cubicBezTo>
                <a:cubicBezTo>
                  <a:pt x="168235" y="114300"/>
                  <a:pt x="171450" y="111085"/>
                  <a:pt x="171450" y="107156"/>
                </a:cubicBezTo>
                <a:lnTo>
                  <a:pt x="171450" y="28575"/>
                </a:lnTo>
                <a:cubicBezTo>
                  <a:pt x="171450" y="20672"/>
                  <a:pt x="177835" y="14288"/>
                  <a:pt x="185738" y="14288"/>
                </a:cubicBezTo>
                <a:cubicBezTo>
                  <a:pt x="193640" y="14288"/>
                  <a:pt x="200025" y="20672"/>
                  <a:pt x="200025" y="28575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cubicBezTo>
                  <a:pt x="211098" y="114300"/>
                  <a:pt x="214313" y="111085"/>
                  <a:pt x="214313" y="107156"/>
                </a:cubicBezTo>
                <a:lnTo>
                  <a:pt x="214313" y="57150"/>
                </a:lnTo>
                <a:cubicBezTo>
                  <a:pt x="214313" y="49247"/>
                  <a:pt x="220697" y="42863"/>
                  <a:pt x="228600" y="42863"/>
                </a:cubicBezTo>
                <a:cubicBezTo>
                  <a:pt x="236503" y="42863"/>
                  <a:pt x="242888" y="49247"/>
                  <a:pt x="242888" y="57150"/>
                </a:cubicBezTo>
                <a:lnTo>
                  <a:pt x="242888" y="136714"/>
                </a:lnTo>
                <a:cubicBezTo>
                  <a:pt x="234315" y="139125"/>
                  <a:pt x="227394" y="145822"/>
                  <a:pt x="224850" y="154707"/>
                </a:cubicBezTo>
                <a:lnTo>
                  <a:pt x="221947" y="164842"/>
                </a:lnTo>
                <a:lnTo>
                  <a:pt x="211812" y="167744"/>
                </a:lnTo>
                <a:cubicBezTo>
                  <a:pt x="200561" y="170959"/>
                  <a:pt x="192837" y="181228"/>
                  <a:pt x="192837" y="192926"/>
                </a:cubicBezTo>
                <a:cubicBezTo>
                  <a:pt x="192837" y="202793"/>
                  <a:pt x="198373" y="211678"/>
                  <a:pt x="206856" y="216098"/>
                </a:cubicBezTo>
                <a:cubicBezTo>
                  <a:pt x="194578" y="224046"/>
                  <a:pt x="179978" y="228645"/>
                  <a:pt x="164262" y="228645"/>
                </a:cubicBezTo>
                <a:lnTo>
                  <a:pt x="155689" y="228645"/>
                </a:lnTo>
                <a:cubicBezTo>
                  <a:pt x="129079" y="228645"/>
                  <a:pt x="103495" y="218420"/>
                  <a:pt x="84252" y="200070"/>
                </a:cubicBezTo>
                <a:lnTo>
                  <a:pt x="34111" y="152251"/>
                </a:lnTo>
                <a:cubicBezTo>
                  <a:pt x="26968" y="145465"/>
                  <a:pt x="26700" y="134124"/>
                  <a:pt x="33486" y="126980"/>
                </a:cubicBezTo>
                <a:cubicBezTo>
                  <a:pt x="40273" y="119836"/>
                  <a:pt x="51614" y="119569"/>
                  <a:pt x="58757" y="126355"/>
                </a:cubicBezTo>
                <a:lnTo>
                  <a:pt x="85770" y="152073"/>
                </a:lnTo>
                <a:cubicBezTo>
                  <a:pt x="85770" y="151403"/>
                  <a:pt x="85725" y="150688"/>
                  <a:pt x="85725" y="150019"/>
                </a:cubicBezTo>
                <a:lnTo>
                  <a:pt x="85725" y="28575"/>
                </a:lnTo>
                <a:cubicBezTo>
                  <a:pt x="85725" y="20672"/>
                  <a:pt x="92110" y="14288"/>
                  <a:pt x="100013" y="14288"/>
                </a:cubicBezTo>
                <a:cubicBezTo>
                  <a:pt x="107915" y="14288"/>
                  <a:pt x="114300" y="20672"/>
                  <a:pt x="114300" y="28575"/>
                </a:cubicBezTo>
                <a:lnTo>
                  <a:pt x="114300" y="107156"/>
                </a:lnTo>
                <a:cubicBezTo>
                  <a:pt x="114300" y="111085"/>
                  <a:pt x="117515" y="114300"/>
                  <a:pt x="121444" y="114300"/>
                </a:cubicBezTo>
                <a:cubicBezTo>
                  <a:pt x="125373" y="114300"/>
                  <a:pt x="128588" y="111085"/>
                  <a:pt x="128588" y="107156"/>
                </a:cubicBez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lose/>
                <a:moveTo>
                  <a:pt x="139616" y="145822"/>
                </a:moveTo>
                <a:cubicBezTo>
                  <a:pt x="139125" y="144081"/>
                  <a:pt x="137517" y="142875"/>
                  <a:pt x="135731" y="142875"/>
                </a:cubicBezTo>
                <a:cubicBezTo>
                  <a:pt x="133945" y="142875"/>
                  <a:pt x="132338" y="144081"/>
                  <a:pt x="131847" y="145822"/>
                </a:cubicBezTo>
                <a:lnTo>
                  <a:pt x="128588" y="157163"/>
                </a:lnTo>
                <a:lnTo>
                  <a:pt x="117247" y="160422"/>
                </a:lnTo>
                <a:cubicBezTo>
                  <a:pt x="115506" y="160913"/>
                  <a:pt x="114300" y="162520"/>
                  <a:pt x="114300" y="164306"/>
                </a:cubicBezTo>
                <a:cubicBezTo>
                  <a:pt x="114300" y="166092"/>
                  <a:pt x="115506" y="167700"/>
                  <a:pt x="117247" y="168191"/>
                </a:cubicBezTo>
                <a:lnTo>
                  <a:pt x="128588" y="171450"/>
                </a:lnTo>
                <a:lnTo>
                  <a:pt x="131847" y="182791"/>
                </a:lnTo>
                <a:cubicBezTo>
                  <a:pt x="132338" y="184532"/>
                  <a:pt x="133945" y="185738"/>
                  <a:pt x="135731" y="185738"/>
                </a:cubicBezTo>
                <a:cubicBezTo>
                  <a:pt x="137517" y="185738"/>
                  <a:pt x="139125" y="184532"/>
                  <a:pt x="139616" y="182791"/>
                </a:cubicBezTo>
                <a:lnTo>
                  <a:pt x="142875" y="171450"/>
                </a:lnTo>
                <a:lnTo>
                  <a:pt x="154216" y="168191"/>
                </a:lnTo>
                <a:cubicBezTo>
                  <a:pt x="155957" y="167700"/>
                  <a:pt x="157163" y="166092"/>
                  <a:pt x="157163" y="164306"/>
                </a:cubicBezTo>
                <a:cubicBezTo>
                  <a:pt x="157163" y="162520"/>
                  <a:pt x="155957" y="160913"/>
                  <a:pt x="154216" y="160422"/>
                </a:cubicBezTo>
                <a:lnTo>
                  <a:pt x="142875" y="157163"/>
                </a:lnTo>
                <a:lnTo>
                  <a:pt x="139616" y="145822"/>
                </a:lnTo>
                <a:close/>
                <a:moveTo>
                  <a:pt x="46434" y="53578"/>
                </a:moveTo>
                <a:lnTo>
                  <a:pt x="68000" y="59740"/>
                </a:lnTo>
                <a:cubicBezTo>
                  <a:pt x="70053" y="60320"/>
                  <a:pt x="71438" y="62195"/>
                  <a:pt x="71438" y="64294"/>
                </a:cubicBezTo>
                <a:cubicBezTo>
                  <a:pt x="71438" y="66392"/>
                  <a:pt x="70053" y="68267"/>
                  <a:pt x="68000" y="68848"/>
                </a:cubicBezTo>
                <a:lnTo>
                  <a:pt x="46434" y="75009"/>
                </a:lnTo>
                <a:lnTo>
                  <a:pt x="40273" y="96575"/>
                </a:lnTo>
                <a:cubicBezTo>
                  <a:pt x="39692" y="98628"/>
                  <a:pt x="37817" y="100013"/>
                  <a:pt x="35719" y="100013"/>
                </a:cubicBezTo>
                <a:cubicBezTo>
                  <a:pt x="33620" y="100013"/>
                  <a:pt x="31745" y="98628"/>
                  <a:pt x="31165" y="96575"/>
                </a:cubicBezTo>
                <a:lnTo>
                  <a:pt x="25003" y="75009"/>
                </a:lnTo>
                <a:lnTo>
                  <a:pt x="3438" y="68848"/>
                </a:lnTo>
                <a:cubicBezTo>
                  <a:pt x="1384" y="68267"/>
                  <a:pt x="0" y="66392"/>
                  <a:pt x="0" y="64294"/>
                </a:cubicBezTo>
                <a:cubicBezTo>
                  <a:pt x="0" y="62195"/>
                  <a:pt x="1384" y="60320"/>
                  <a:pt x="3438" y="59740"/>
                </a:cubicBezTo>
                <a:lnTo>
                  <a:pt x="25003" y="53578"/>
                </a:lnTo>
                <a:lnTo>
                  <a:pt x="31165" y="32013"/>
                </a:lnTo>
                <a:cubicBezTo>
                  <a:pt x="31745" y="29959"/>
                  <a:pt x="33620" y="28575"/>
                  <a:pt x="35719" y="28575"/>
                </a:cubicBezTo>
                <a:cubicBezTo>
                  <a:pt x="37817" y="28575"/>
                  <a:pt x="39692" y="29959"/>
                  <a:pt x="40273" y="32013"/>
                </a:cubicBezTo>
                <a:lnTo>
                  <a:pt x="46434" y="53578"/>
                </a:lnTo>
                <a:close/>
                <a:moveTo>
                  <a:pt x="260747" y="182166"/>
                </a:moveTo>
                <a:lnTo>
                  <a:pt x="282312" y="188327"/>
                </a:lnTo>
                <a:cubicBezTo>
                  <a:pt x="284366" y="188908"/>
                  <a:pt x="285750" y="190783"/>
                  <a:pt x="285750" y="192881"/>
                </a:cubicBezTo>
                <a:cubicBezTo>
                  <a:pt x="285750" y="194980"/>
                  <a:pt x="284366" y="196855"/>
                  <a:pt x="282312" y="197435"/>
                </a:cubicBezTo>
                <a:lnTo>
                  <a:pt x="260747" y="203597"/>
                </a:lnTo>
                <a:lnTo>
                  <a:pt x="254585" y="225162"/>
                </a:lnTo>
                <a:cubicBezTo>
                  <a:pt x="254005" y="227216"/>
                  <a:pt x="252130" y="228600"/>
                  <a:pt x="250031" y="228600"/>
                </a:cubicBezTo>
                <a:cubicBezTo>
                  <a:pt x="247933" y="228600"/>
                  <a:pt x="246058" y="227216"/>
                  <a:pt x="245477" y="225162"/>
                </a:cubicBezTo>
                <a:lnTo>
                  <a:pt x="239316" y="203597"/>
                </a:lnTo>
                <a:lnTo>
                  <a:pt x="217750" y="197435"/>
                </a:lnTo>
                <a:cubicBezTo>
                  <a:pt x="215697" y="196855"/>
                  <a:pt x="214313" y="194980"/>
                  <a:pt x="214313" y="192881"/>
                </a:cubicBezTo>
                <a:cubicBezTo>
                  <a:pt x="214313" y="190783"/>
                  <a:pt x="215697" y="188908"/>
                  <a:pt x="217750" y="188327"/>
                </a:cubicBezTo>
                <a:lnTo>
                  <a:pt x="239316" y="182166"/>
                </a:lnTo>
                <a:lnTo>
                  <a:pt x="245477" y="160600"/>
                </a:lnTo>
                <a:cubicBezTo>
                  <a:pt x="246058" y="158547"/>
                  <a:pt x="247933" y="157163"/>
                  <a:pt x="250031" y="157163"/>
                </a:cubicBezTo>
                <a:cubicBezTo>
                  <a:pt x="252130" y="157163"/>
                  <a:pt x="254005" y="158547"/>
                  <a:pt x="254585" y="160600"/>
                </a:cubicBezTo>
                <a:lnTo>
                  <a:pt x="260747" y="1821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36493" y="55054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Nail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46018" y="5848350"/>
            <a:ext cx="1752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17+ nail disorder identification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59526" y="1409700"/>
            <a:ext cx="4648200" cy="4362450"/>
          </a:xfrm>
          <a:custGeom>
            <a:avLst/>
            <a:gdLst/>
            <a:ahLst/>
            <a:cxnLst/>
            <a:rect l="l" t="t" r="r" b="b"/>
            <a:pathLst>
              <a:path w="4648200" h="4362450">
                <a:moveTo>
                  <a:pt x="152380" y="0"/>
                </a:moveTo>
                <a:lnTo>
                  <a:pt x="4495820" y="0"/>
                </a:lnTo>
                <a:cubicBezTo>
                  <a:pt x="4579977" y="0"/>
                  <a:pt x="4648200" y="68223"/>
                  <a:pt x="4648200" y="152380"/>
                </a:cubicBezTo>
                <a:lnTo>
                  <a:pt x="4648200" y="4210070"/>
                </a:lnTo>
                <a:cubicBezTo>
                  <a:pt x="4648200" y="4294227"/>
                  <a:pt x="4579977" y="4362450"/>
                  <a:pt x="4495820" y="4362450"/>
                </a:cubicBezTo>
                <a:lnTo>
                  <a:pt x="152380" y="4362450"/>
                </a:lnTo>
                <a:cubicBezTo>
                  <a:pt x="68223" y="4362450"/>
                  <a:pt x="0" y="4294227"/>
                  <a:pt x="0" y="4210070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7330976" y="1819275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Statistics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88126" y="2314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21476" y="2447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7959626" y="2409825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Modules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01276" y="2352675"/>
            <a:ext cx="352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88126" y="2962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509570" y="3095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17859"/>
                </a:moveTo>
                <a:cubicBezTo>
                  <a:pt x="11906" y="8000"/>
                  <a:pt x="19906" y="0"/>
                  <a:pt x="29766" y="0"/>
                </a:cubicBezTo>
                <a:lnTo>
                  <a:pt x="47625" y="0"/>
                </a:lnTo>
                <a:cubicBezTo>
                  <a:pt x="54211" y="0"/>
                  <a:pt x="59531" y="5321"/>
                  <a:pt x="59531" y="11906"/>
                </a:cubicBezTo>
                <a:cubicBezTo>
                  <a:pt x="59531" y="18492"/>
                  <a:pt x="54211" y="23812"/>
                  <a:pt x="47625" y="23812"/>
                </a:cubicBezTo>
                <a:lnTo>
                  <a:pt x="35719" y="23812"/>
                </a:lnTo>
                <a:lnTo>
                  <a:pt x="35719" y="71438"/>
                </a:lnTo>
                <a:cubicBezTo>
                  <a:pt x="35719" y="91157"/>
                  <a:pt x="51718" y="107156"/>
                  <a:pt x="71438" y="107156"/>
                </a:cubicBezTo>
                <a:cubicBezTo>
                  <a:pt x="91157" y="107156"/>
                  <a:pt x="107156" y="91157"/>
                  <a:pt x="107156" y="71438"/>
                </a:cubicBezTo>
                <a:lnTo>
                  <a:pt x="107156" y="23812"/>
                </a:lnTo>
                <a:lnTo>
                  <a:pt x="95250" y="23812"/>
                </a:lnTo>
                <a:cubicBezTo>
                  <a:pt x="88664" y="23812"/>
                  <a:pt x="83344" y="18492"/>
                  <a:pt x="83344" y="11906"/>
                </a:cubicBezTo>
                <a:cubicBezTo>
                  <a:pt x="83344" y="5321"/>
                  <a:pt x="88664" y="0"/>
                  <a:pt x="95250" y="0"/>
                </a:cubicBezTo>
                <a:lnTo>
                  <a:pt x="113109" y="0"/>
                </a:lnTo>
                <a:cubicBezTo>
                  <a:pt x="122969" y="0"/>
                  <a:pt x="130969" y="8000"/>
                  <a:pt x="130969" y="17859"/>
                </a:cubicBezTo>
                <a:lnTo>
                  <a:pt x="130969" y="71438"/>
                </a:lnTo>
                <a:cubicBezTo>
                  <a:pt x="130969" y="100236"/>
                  <a:pt x="110505" y="124271"/>
                  <a:pt x="83344" y="129778"/>
                </a:cubicBezTo>
                <a:lnTo>
                  <a:pt x="83344" y="136922"/>
                </a:lnTo>
                <a:cubicBezTo>
                  <a:pt x="83344" y="159953"/>
                  <a:pt x="101984" y="178594"/>
                  <a:pt x="125016" y="178594"/>
                </a:cubicBezTo>
                <a:cubicBezTo>
                  <a:pt x="148047" y="178594"/>
                  <a:pt x="166688" y="159953"/>
                  <a:pt x="166688" y="136922"/>
                </a:cubicBezTo>
                <a:lnTo>
                  <a:pt x="166688" y="105110"/>
                </a:lnTo>
                <a:cubicBezTo>
                  <a:pt x="152809" y="100199"/>
                  <a:pt x="142875" y="86990"/>
                  <a:pt x="142875" y="71438"/>
                </a:cubicBezTo>
                <a:cubicBezTo>
                  <a:pt x="142875" y="51718"/>
                  <a:pt x="158874" y="35719"/>
                  <a:pt x="178594" y="35719"/>
                </a:cubicBezTo>
                <a:cubicBezTo>
                  <a:pt x="198313" y="35719"/>
                  <a:pt x="214313" y="51718"/>
                  <a:pt x="214313" y="71438"/>
                </a:cubicBezTo>
                <a:cubicBezTo>
                  <a:pt x="214313" y="86990"/>
                  <a:pt x="204378" y="100236"/>
                  <a:pt x="190500" y="105110"/>
                </a:cubicBezTo>
                <a:lnTo>
                  <a:pt x="190500" y="136922"/>
                </a:lnTo>
                <a:cubicBezTo>
                  <a:pt x="190500" y="173087"/>
                  <a:pt x="161181" y="202406"/>
                  <a:pt x="125016" y="202406"/>
                </a:cubicBezTo>
                <a:cubicBezTo>
                  <a:pt x="88850" y="202406"/>
                  <a:pt x="59531" y="173087"/>
                  <a:pt x="59531" y="136922"/>
                </a:cubicBezTo>
                <a:lnTo>
                  <a:pt x="59531" y="129778"/>
                </a:lnTo>
                <a:cubicBezTo>
                  <a:pt x="32370" y="124271"/>
                  <a:pt x="11906" y="100236"/>
                  <a:pt x="11906" y="71438"/>
                </a:cubicBezTo>
                <a:lnTo>
                  <a:pt x="11906" y="17859"/>
                </a:lnTo>
                <a:close/>
                <a:moveTo>
                  <a:pt x="178594" y="83344"/>
                </a:moveTo>
                <a:cubicBezTo>
                  <a:pt x="185165" y="83344"/>
                  <a:pt x="190500" y="78009"/>
                  <a:pt x="190500" y="71438"/>
                </a:cubicBezTo>
                <a:cubicBezTo>
                  <a:pt x="190500" y="64866"/>
                  <a:pt x="185165" y="59531"/>
                  <a:pt x="178594" y="59531"/>
                </a:cubicBezTo>
                <a:cubicBezTo>
                  <a:pt x="172023" y="59531"/>
                  <a:pt x="166688" y="64866"/>
                  <a:pt x="166688" y="71438"/>
                </a:cubicBezTo>
                <a:cubicBezTo>
                  <a:pt x="166688" y="78009"/>
                  <a:pt x="172023" y="83344"/>
                  <a:pt x="178594" y="83344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7959626" y="305752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Detectable Conditions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67901" y="3000375"/>
            <a:ext cx="68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24+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88126" y="3609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21476" y="3743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7959626" y="3705225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Time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15526" y="3648075"/>
            <a:ext cx="63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88126" y="4257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533382" y="43910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1" name="Text 39"/>
          <p:cNvSpPr/>
          <p:nvPr/>
        </p:nvSpPr>
        <p:spPr>
          <a:xfrm>
            <a:off x="7959626" y="435292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Resolution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401151" y="4295775"/>
            <a:ext cx="135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224×224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88126" y="4905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521476" y="5038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5" name="Text 43"/>
          <p:cNvSpPr/>
          <p:nvPr/>
        </p:nvSpPr>
        <p:spPr>
          <a:xfrm>
            <a:off x="7959626" y="5000625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Architectures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410801" y="4943475"/>
            <a:ext cx="342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64288" y="5929313"/>
            <a:ext cx="4638675" cy="542925"/>
          </a:xfrm>
          <a:custGeom>
            <a:avLst/>
            <a:gdLst/>
            <a:ahLst/>
            <a:cxnLst/>
            <a:rect l="l" t="t" r="r" b="b"/>
            <a:pathLst>
              <a:path w="4638675" h="542925">
                <a:moveTo>
                  <a:pt x="114302" y="0"/>
                </a:moveTo>
                <a:lnTo>
                  <a:pt x="4524373" y="0"/>
                </a:lnTo>
                <a:cubicBezTo>
                  <a:pt x="4587500" y="0"/>
                  <a:pt x="4638675" y="51175"/>
                  <a:pt x="4638675" y="114302"/>
                </a:cubicBezTo>
                <a:lnTo>
                  <a:pt x="4638675" y="428623"/>
                </a:lnTo>
                <a:cubicBezTo>
                  <a:pt x="4638675" y="491750"/>
                  <a:pt x="4587500" y="542925"/>
                  <a:pt x="45243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127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32477" y="61245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9" name="Text 47"/>
          <p:cNvSpPr/>
          <p:nvPr/>
        </p:nvSpPr>
        <p:spPr>
          <a:xfrm>
            <a:off x="7531001" y="6086475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MobileNetV2 &amp; EfficientNet Transfer 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707" y="408878"/>
            <a:ext cx="74341" cy="371707"/>
          </a:xfrm>
          <a:custGeom>
            <a:avLst/>
            <a:gdLst/>
            <a:ahLst/>
            <a:cxnLst/>
            <a:rect l="l" t="t" r="r" b="b"/>
            <a:pathLst>
              <a:path w="74341" h="371707">
                <a:moveTo>
                  <a:pt x="37171" y="0"/>
                </a:moveTo>
                <a:lnTo>
                  <a:pt x="37171" y="0"/>
                </a:lnTo>
                <a:cubicBezTo>
                  <a:pt x="57700" y="0"/>
                  <a:pt x="74341" y="16642"/>
                  <a:pt x="74341" y="37171"/>
                </a:cubicBezTo>
                <a:lnTo>
                  <a:pt x="74341" y="334537"/>
                </a:lnTo>
                <a:cubicBezTo>
                  <a:pt x="74341" y="355052"/>
                  <a:pt x="57686" y="371707"/>
                  <a:pt x="37171" y="371707"/>
                </a:cubicBezTo>
                <a:lnTo>
                  <a:pt x="37171" y="371707"/>
                </a:lnTo>
                <a:cubicBezTo>
                  <a:pt x="16656" y="371707"/>
                  <a:pt x="0" y="355052"/>
                  <a:pt x="0" y="334537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7561" y="371707"/>
            <a:ext cx="3772829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2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Project?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561" y="820211"/>
            <a:ext cx="1135565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Addressing critical gaps in accessible health screening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293" y="1232704"/>
            <a:ext cx="5612780" cy="2648415"/>
          </a:xfrm>
          <a:custGeom>
            <a:avLst/>
            <a:gdLst/>
            <a:ahLst/>
            <a:cxnLst/>
            <a:rect l="l" t="t" r="r" b="b"/>
            <a:pathLst>
              <a:path w="5612780" h="2648415">
                <a:moveTo>
                  <a:pt x="37171" y="0"/>
                </a:moveTo>
                <a:lnTo>
                  <a:pt x="5464098" y="0"/>
                </a:lnTo>
                <a:cubicBezTo>
                  <a:pt x="5546213" y="0"/>
                  <a:pt x="5612780" y="66567"/>
                  <a:pt x="5612780" y="148682"/>
                </a:cubicBezTo>
                <a:lnTo>
                  <a:pt x="5612780" y="2499733"/>
                </a:lnTo>
                <a:cubicBezTo>
                  <a:pt x="5612780" y="2581847"/>
                  <a:pt x="5546213" y="2648415"/>
                  <a:pt x="5464098" y="2648415"/>
                </a:cubicBez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DC2626">
                  <a:alpha val="10000"/>
                </a:srgbClr>
              </a:gs>
              <a:gs pos="100000">
                <a:srgbClr val="DC262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0293" y="1232704"/>
            <a:ext cx="37171" cy="2648415"/>
          </a:xfrm>
          <a:custGeom>
            <a:avLst/>
            <a:gdLst/>
            <a:ahLst/>
            <a:cxnLst/>
            <a:rect l="l" t="t" r="r" b="b"/>
            <a:pathLst>
              <a:path w="37171" h="2648415">
                <a:moveTo>
                  <a:pt x="37171" y="0"/>
                </a:moveTo>
                <a:lnTo>
                  <a:pt x="37171" y="0"/>
                </a:lnTo>
                <a:lnTo>
                  <a:pt x="37171" y="2648415"/>
                </a:ln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631902" y="1455728"/>
            <a:ext cx="594732" cy="594732"/>
          </a:xfrm>
          <a:custGeom>
            <a:avLst/>
            <a:gdLst/>
            <a:ahLst/>
            <a:cxnLst/>
            <a:rect l="l" t="t" r="r" b="b"/>
            <a:pathLst>
              <a:path w="594732" h="594732">
                <a:moveTo>
                  <a:pt x="148683" y="0"/>
                </a:moveTo>
                <a:lnTo>
                  <a:pt x="446049" y="0"/>
                </a:lnTo>
                <a:cubicBezTo>
                  <a:pt x="528109" y="0"/>
                  <a:pt x="594732" y="66623"/>
                  <a:pt x="594732" y="148683"/>
                </a:cubicBezTo>
                <a:lnTo>
                  <a:pt x="594732" y="446049"/>
                </a:lnTo>
                <a:cubicBezTo>
                  <a:pt x="594732" y="528164"/>
                  <a:pt x="528164" y="594732"/>
                  <a:pt x="446049" y="594732"/>
                </a:cubicBezTo>
                <a:lnTo>
                  <a:pt x="148683" y="594732"/>
                </a:lnTo>
                <a:cubicBezTo>
                  <a:pt x="66623" y="594732"/>
                  <a:pt x="0" y="528109"/>
                  <a:pt x="0" y="446049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4777" y="1613704"/>
            <a:ext cx="313628" cy="278780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69695" y="34848"/>
                </a:moveTo>
                <a:cubicBezTo>
                  <a:pt x="69695" y="15627"/>
                  <a:pt x="85322" y="0"/>
                  <a:pt x="104543" y="0"/>
                </a:cubicBezTo>
                <a:lnTo>
                  <a:pt x="209085" y="0"/>
                </a:lnTo>
                <a:cubicBezTo>
                  <a:pt x="228306" y="0"/>
                  <a:pt x="243933" y="15627"/>
                  <a:pt x="243933" y="34848"/>
                </a:cubicBezTo>
                <a:lnTo>
                  <a:pt x="243933" y="69695"/>
                </a:lnTo>
                <a:lnTo>
                  <a:pt x="278780" y="69695"/>
                </a:lnTo>
                <a:cubicBezTo>
                  <a:pt x="298001" y="69695"/>
                  <a:pt x="313628" y="85322"/>
                  <a:pt x="313628" y="104543"/>
                </a:cubicBezTo>
                <a:lnTo>
                  <a:pt x="313628" y="243933"/>
                </a:lnTo>
                <a:cubicBezTo>
                  <a:pt x="313628" y="263154"/>
                  <a:pt x="298001" y="278780"/>
                  <a:pt x="278780" y="278780"/>
                </a:cubicBezTo>
                <a:lnTo>
                  <a:pt x="34848" y="278780"/>
                </a:lnTo>
                <a:cubicBezTo>
                  <a:pt x="15627" y="278780"/>
                  <a:pt x="0" y="263154"/>
                  <a:pt x="0" y="243933"/>
                </a:cubicBezTo>
                <a:lnTo>
                  <a:pt x="0" y="104543"/>
                </a:lnTo>
                <a:cubicBezTo>
                  <a:pt x="0" y="85322"/>
                  <a:pt x="15627" y="69695"/>
                  <a:pt x="34848" y="69695"/>
                </a:cubicBezTo>
                <a:lnTo>
                  <a:pt x="69695" y="69695"/>
                </a:lnTo>
                <a:lnTo>
                  <a:pt x="69695" y="34848"/>
                </a:lnTo>
                <a:close/>
                <a:moveTo>
                  <a:pt x="148102" y="191662"/>
                </a:moveTo>
                <a:cubicBezTo>
                  <a:pt x="138465" y="191662"/>
                  <a:pt x="130678" y="199448"/>
                  <a:pt x="130678" y="209085"/>
                </a:cubicBezTo>
                <a:lnTo>
                  <a:pt x="130678" y="252645"/>
                </a:lnTo>
                <a:lnTo>
                  <a:pt x="182950" y="252645"/>
                </a:lnTo>
                <a:lnTo>
                  <a:pt x="182950" y="209085"/>
                </a:lnTo>
                <a:cubicBezTo>
                  <a:pt x="182950" y="199448"/>
                  <a:pt x="175163" y="191662"/>
                  <a:pt x="165526" y="191662"/>
                </a:cubicBezTo>
                <a:lnTo>
                  <a:pt x="148102" y="191662"/>
                </a:lnTo>
                <a:close/>
                <a:moveTo>
                  <a:pt x="69695" y="200373"/>
                </a:moveTo>
                <a:lnTo>
                  <a:pt x="69695" y="182950"/>
                </a:lnTo>
                <a:cubicBezTo>
                  <a:pt x="69695" y="178158"/>
                  <a:pt x="65775" y="174238"/>
                  <a:pt x="60983" y="174238"/>
                </a:cubicBezTo>
                <a:lnTo>
                  <a:pt x="43559" y="174238"/>
                </a:lnTo>
                <a:cubicBezTo>
                  <a:pt x="38768" y="174238"/>
                  <a:pt x="34848" y="178158"/>
                  <a:pt x="34848" y="182950"/>
                </a:cubicBezTo>
                <a:lnTo>
                  <a:pt x="34848" y="200373"/>
                </a:lnTo>
                <a:cubicBezTo>
                  <a:pt x="34848" y="205165"/>
                  <a:pt x="38768" y="209085"/>
                  <a:pt x="43559" y="209085"/>
                </a:cubicBezTo>
                <a:lnTo>
                  <a:pt x="60983" y="209085"/>
                </a:lnTo>
                <a:cubicBezTo>
                  <a:pt x="65775" y="209085"/>
                  <a:pt x="69695" y="205165"/>
                  <a:pt x="69695" y="200373"/>
                </a:cubicBezTo>
                <a:close/>
                <a:moveTo>
                  <a:pt x="60983" y="139390"/>
                </a:moveTo>
                <a:cubicBezTo>
                  <a:pt x="65775" y="139390"/>
                  <a:pt x="69695" y="135470"/>
                  <a:pt x="69695" y="130678"/>
                </a:cubicBezTo>
                <a:lnTo>
                  <a:pt x="69695" y="113255"/>
                </a:lnTo>
                <a:cubicBezTo>
                  <a:pt x="69695" y="108463"/>
                  <a:pt x="65775" y="104543"/>
                  <a:pt x="60983" y="104543"/>
                </a:cubicBezTo>
                <a:lnTo>
                  <a:pt x="43559" y="104543"/>
                </a:lnTo>
                <a:cubicBezTo>
                  <a:pt x="38768" y="104543"/>
                  <a:pt x="34848" y="108463"/>
                  <a:pt x="34848" y="113255"/>
                </a:cubicBezTo>
                <a:lnTo>
                  <a:pt x="34848" y="130678"/>
                </a:lnTo>
                <a:cubicBezTo>
                  <a:pt x="34848" y="135470"/>
                  <a:pt x="38768" y="139390"/>
                  <a:pt x="43559" y="139390"/>
                </a:cubicBezTo>
                <a:lnTo>
                  <a:pt x="60983" y="139390"/>
                </a:lnTo>
                <a:close/>
                <a:moveTo>
                  <a:pt x="278780" y="200373"/>
                </a:moveTo>
                <a:lnTo>
                  <a:pt x="278780" y="182950"/>
                </a:lnTo>
                <a:cubicBezTo>
                  <a:pt x="278780" y="178158"/>
                  <a:pt x="274860" y="174238"/>
                  <a:pt x="270069" y="174238"/>
                </a:cubicBezTo>
                <a:lnTo>
                  <a:pt x="252645" y="174238"/>
                </a:lnTo>
                <a:cubicBezTo>
                  <a:pt x="247853" y="174238"/>
                  <a:pt x="243933" y="178158"/>
                  <a:pt x="243933" y="182950"/>
                </a:cubicBezTo>
                <a:lnTo>
                  <a:pt x="243933" y="200373"/>
                </a:lnTo>
                <a:cubicBezTo>
                  <a:pt x="243933" y="205165"/>
                  <a:pt x="247853" y="209085"/>
                  <a:pt x="252645" y="209085"/>
                </a:cubicBezTo>
                <a:lnTo>
                  <a:pt x="270069" y="209085"/>
                </a:lnTo>
                <a:cubicBezTo>
                  <a:pt x="274860" y="209085"/>
                  <a:pt x="278780" y="205165"/>
                  <a:pt x="278780" y="200373"/>
                </a:cubicBezTo>
                <a:close/>
                <a:moveTo>
                  <a:pt x="270069" y="139390"/>
                </a:moveTo>
                <a:cubicBezTo>
                  <a:pt x="274860" y="139390"/>
                  <a:pt x="278780" y="135470"/>
                  <a:pt x="278780" y="130678"/>
                </a:cubicBezTo>
                <a:lnTo>
                  <a:pt x="278780" y="113255"/>
                </a:lnTo>
                <a:cubicBezTo>
                  <a:pt x="278780" y="108463"/>
                  <a:pt x="274860" y="104543"/>
                  <a:pt x="270069" y="104543"/>
                </a:cubicBezTo>
                <a:lnTo>
                  <a:pt x="252645" y="104543"/>
                </a:lnTo>
                <a:cubicBezTo>
                  <a:pt x="247853" y="104543"/>
                  <a:pt x="243933" y="108463"/>
                  <a:pt x="243933" y="113255"/>
                </a:cubicBezTo>
                <a:lnTo>
                  <a:pt x="243933" y="130678"/>
                </a:lnTo>
                <a:cubicBezTo>
                  <a:pt x="243933" y="135470"/>
                  <a:pt x="247853" y="139390"/>
                  <a:pt x="252645" y="139390"/>
                </a:cubicBezTo>
                <a:lnTo>
                  <a:pt x="270069" y="139390"/>
                </a:lnTo>
                <a:close/>
                <a:moveTo>
                  <a:pt x="143746" y="56627"/>
                </a:moveTo>
                <a:lnTo>
                  <a:pt x="143746" y="74051"/>
                </a:lnTo>
                <a:lnTo>
                  <a:pt x="126322" y="74051"/>
                </a:lnTo>
                <a:cubicBezTo>
                  <a:pt x="121531" y="74051"/>
                  <a:pt x="117611" y="77971"/>
                  <a:pt x="117611" y="82763"/>
                </a:cubicBezTo>
                <a:lnTo>
                  <a:pt x="117611" y="91475"/>
                </a:lnTo>
                <a:cubicBezTo>
                  <a:pt x="117611" y="96266"/>
                  <a:pt x="121531" y="100187"/>
                  <a:pt x="126322" y="100187"/>
                </a:cubicBezTo>
                <a:lnTo>
                  <a:pt x="143746" y="100187"/>
                </a:lnTo>
                <a:lnTo>
                  <a:pt x="143746" y="117611"/>
                </a:lnTo>
                <a:cubicBezTo>
                  <a:pt x="143746" y="122402"/>
                  <a:pt x="147667" y="126322"/>
                  <a:pt x="152458" y="126322"/>
                </a:cubicBezTo>
                <a:lnTo>
                  <a:pt x="161170" y="126322"/>
                </a:lnTo>
                <a:cubicBezTo>
                  <a:pt x="165962" y="126322"/>
                  <a:pt x="169882" y="122402"/>
                  <a:pt x="169882" y="117611"/>
                </a:cubicBezTo>
                <a:lnTo>
                  <a:pt x="169882" y="100187"/>
                </a:lnTo>
                <a:lnTo>
                  <a:pt x="187306" y="100187"/>
                </a:lnTo>
                <a:cubicBezTo>
                  <a:pt x="192097" y="100187"/>
                  <a:pt x="196018" y="96266"/>
                  <a:pt x="196018" y="91475"/>
                </a:cubicBezTo>
                <a:lnTo>
                  <a:pt x="196018" y="82763"/>
                </a:lnTo>
                <a:cubicBezTo>
                  <a:pt x="196018" y="77971"/>
                  <a:pt x="192097" y="74051"/>
                  <a:pt x="187306" y="74051"/>
                </a:cubicBezTo>
                <a:lnTo>
                  <a:pt x="169882" y="74051"/>
                </a:lnTo>
                <a:lnTo>
                  <a:pt x="169882" y="56627"/>
                </a:lnTo>
                <a:cubicBezTo>
                  <a:pt x="169882" y="51836"/>
                  <a:pt x="165962" y="47915"/>
                  <a:pt x="161170" y="47915"/>
                </a:cubicBezTo>
                <a:lnTo>
                  <a:pt x="152458" y="47915"/>
                </a:lnTo>
                <a:cubicBezTo>
                  <a:pt x="147667" y="47915"/>
                  <a:pt x="143746" y="51836"/>
                  <a:pt x="143746" y="56627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375317" y="1604411"/>
            <a:ext cx="218378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Rural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1902" y="2199143"/>
            <a:ext cx="5231780" cy="108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 </a:t>
            </a:r>
            <a:r>
              <a:rPr lang="en-US" sz="131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dermatological and ophthalmological screening</a:t>
            </a:r>
            <a:r>
              <a:rPr lang="en-US" sz="131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severely limited in rural and underserved areas. Many patients must travel long distances just for basic health assessments, creating barriers to early detection.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0488" y="3472241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74341" y="0"/>
                </a:moveTo>
                <a:cubicBezTo>
                  <a:pt x="78610" y="0"/>
                  <a:pt x="82531" y="2352"/>
                  <a:pt x="84563" y="6098"/>
                </a:cubicBezTo>
                <a:lnTo>
                  <a:pt x="147289" y="122257"/>
                </a:lnTo>
                <a:cubicBezTo>
                  <a:pt x="149235" y="125858"/>
                  <a:pt x="149148" y="130214"/>
                  <a:pt x="147057" y="133728"/>
                </a:cubicBezTo>
                <a:cubicBezTo>
                  <a:pt x="144966" y="137241"/>
                  <a:pt x="141162" y="139390"/>
                  <a:pt x="137067" y="139390"/>
                </a:cubicBezTo>
                <a:lnTo>
                  <a:pt x="11616" y="139390"/>
                </a:lnTo>
                <a:cubicBezTo>
                  <a:pt x="7521" y="139390"/>
                  <a:pt x="3746" y="137241"/>
                  <a:pt x="1626" y="133728"/>
                </a:cubicBezTo>
                <a:cubicBezTo>
                  <a:pt x="-494" y="130214"/>
                  <a:pt x="-552" y="125858"/>
                  <a:pt x="1394" y="122257"/>
                </a:cubicBezTo>
                <a:lnTo>
                  <a:pt x="64120" y="6098"/>
                </a:lnTo>
                <a:cubicBezTo>
                  <a:pt x="66152" y="2352"/>
                  <a:pt x="70073" y="0"/>
                  <a:pt x="74341" y="0"/>
                </a:cubicBezTo>
                <a:close/>
                <a:moveTo>
                  <a:pt x="74341" y="48787"/>
                </a:moveTo>
                <a:cubicBezTo>
                  <a:pt x="70479" y="48787"/>
                  <a:pt x="67372" y="51894"/>
                  <a:pt x="67372" y="55756"/>
                </a:cubicBezTo>
                <a:lnTo>
                  <a:pt x="67372" y="88280"/>
                </a:lnTo>
                <a:cubicBezTo>
                  <a:pt x="67372" y="92143"/>
                  <a:pt x="70479" y="95250"/>
                  <a:pt x="74341" y="95250"/>
                </a:cubicBezTo>
                <a:cubicBezTo>
                  <a:pt x="78204" y="95250"/>
                  <a:pt x="81311" y="92143"/>
                  <a:pt x="81311" y="88280"/>
                </a:cubicBezTo>
                <a:lnTo>
                  <a:pt x="81311" y="55756"/>
                </a:lnTo>
                <a:cubicBezTo>
                  <a:pt x="81311" y="51894"/>
                  <a:pt x="78204" y="48787"/>
                  <a:pt x="74341" y="48787"/>
                </a:cubicBezTo>
                <a:close/>
                <a:moveTo>
                  <a:pt x="82095" y="111512"/>
                </a:moveTo>
                <a:cubicBezTo>
                  <a:pt x="82271" y="108634"/>
                  <a:pt x="80836" y="105896"/>
                  <a:pt x="78369" y="104404"/>
                </a:cubicBezTo>
                <a:cubicBezTo>
                  <a:pt x="75902" y="102911"/>
                  <a:pt x="72810" y="102911"/>
                  <a:pt x="70343" y="104404"/>
                </a:cubicBezTo>
                <a:cubicBezTo>
                  <a:pt x="67876" y="105896"/>
                  <a:pt x="66441" y="108634"/>
                  <a:pt x="66617" y="111512"/>
                </a:cubicBezTo>
                <a:cubicBezTo>
                  <a:pt x="66441" y="114390"/>
                  <a:pt x="67876" y="117128"/>
                  <a:pt x="70343" y="118621"/>
                </a:cubicBezTo>
                <a:cubicBezTo>
                  <a:pt x="72810" y="120113"/>
                  <a:pt x="75902" y="120113"/>
                  <a:pt x="78369" y="118621"/>
                </a:cubicBezTo>
                <a:cubicBezTo>
                  <a:pt x="80836" y="117128"/>
                  <a:pt x="82271" y="114390"/>
                  <a:pt x="82095" y="111512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892098" y="3435070"/>
            <a:ext cx="241609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Rural healthcare gap affects millions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7512" y="1232704"/>
            <a:ext cx="5612780" cy="2648415"/>
          </a:xfrm>
          <a:custGeom>
            <a:avLst/>
            <a:gdLst/>
            <a:ahLst/>
            <a:cxnLst/>
            <a:rect l="l" t="t" r="r" b="b"/>
            <a:pathLst>
              <a:path w="5612780" h="2648415">
                <a:moveTo>
                  <a:pt x="37171" y="0"/>
                </a:moveTo>
                <a:lnTo>
                  <a:pt x="5464098" y="0"/>
                </a:lnTo>
                <a:cubicBezTo>
                  <a:pt x="5546213" y="0"/>
                  <a:pt x="5612780" y="66567"/>
                  <a:pt x="5612780" y="148682"/>
                </a:cubicBezTo>
                <a:lnTo>
                  <a:pt x="5612780" y="2499733"/>
                </a:lnTo>
                <a:cubicBezTo>
                  <a:pt x="5612780" y="2581847"/>
                  <a:pt x="5546213" y="2648415"/>
                  <a:pt x="5464098" y="2648415"/>
                </a:cubicBez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6207512" y="1232704"/>
            <a:ext cx="37171" cy="2648415"/>
          </a:xfrm>
          <a:custGeom>
            <a:avLst/>
            <a:gdLst/>
            <a:ahLst/>
            <a:cxnLst/>
            <a:rect l="l" t="t" r="r" b="b"/>
            <a:pathLst>
              <a:path w="37171" h="2648415">
                <a:moveTo>
                  <a:pt x="37171" y="0"/>
                </a:moveTo>
                <a:lnTo>
                  <a:pt x="37171" y="0"/>
                </a:lnTo>
                <a:lnTo>
                  <a:pt x="37171" y="2648415"/>
                </a:ln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9122" y="1455728"/>
            <a:ext cx="594732" cy="594732"/>
          </a:xfrm>
          <a:custGeom>
            <a:avLst/>
            <a:gdLst/>
            <a:ahLst/>
            <a:cxnLst/>
            <a:rect l="l" t="t" r="r" b="b"/>
            <a:pathLst>
              <a:path w="594732" h="594732">
                <a:moveTo>
                  <a:pt x="148683" y="0"/>
                </a:moveTo>
                <a:lnTo>
                  <a:pt x="446049" y="0"/>
                </a:lnTo>
                <a:cubicBezTo>
                  <a:pt x="528109" y="0"/>
                  <a:pt x="594732" y="66623"/>
                  <a:pt x="594732" y="148683"/>
                </a:cubicBezTo>
                <a:lnTo>
                  <a:pt x="594732" y="446049"/>
                </a:lnTo>
                <a:cubicBezTo>
                  <a:pt x="594732" y="528164"/>
                  <a:pt x="528164" y="594732"/>
                  <a:pt x="446049" y="594732"/>
                </a:cubicBezTo>
                <a:lnTo>
                  <a:pt x="148683" y="594732"/>
                </a:lnTo>
                <a:cubicBezTo>
                  <a:pt x="66623" y="594732"/>
                  <a:pt x="0" y="528109"/>
                  <a:pt x="0" y="446049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91997" y="1613704"/>
            <a:ext cx="313628" cy="278780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270885" y="-9256"/>
                </a:moveTo>
                <a:cubicBezTo>
                  <a:pt x="265767" y="-14375"/>
                  <a:pt x="257491" y="-14375"/>
                  <a:pt x="252427" y="-9256"/>
                </a:cubicBezTo>
                <a:cubicBezTo>
                  <a:pt x="247363" y="-4138"/>
                  <a:pt x="247309" y="4138"/>
                  <a:pt x="252427" y="9202"/>
                </a:cubicBezTo>
                <a:lnTo>
                  <a:pt x="260594" y="17369"/>
                </a:lnTo>
                <a:lnTo>
                  <a:pt x="235493" y="42470"/>
                </a:lnTo>
                <a:lnTo>
                  <a:pt x="201190" y="8167"/>
                </a:lnTo>
                <a:cubicBezTo>
                  <a:pt x="196072" y="3049"/>
                  <a:pt x="187796" y="3049"/>
                  <a:pt x="182732" y="8167"/>
                </a:cubicBezTo>
                <a:cubicBezTo>
                  <a:pt x="177668" y="13286"/>
                  <a:pt x="177614" y="21562"/>
                  <a:pt x="182732" y="26626"/>
                </a:cubicBezTo>
                <a:lnTo>
                  <a:pt x="186543" y="30437"/>
                </a:lnTo>
                <a:lnTo>
                  <a:pt x="144018" y="72962"/>
                </a:lnTo>
                <a:lnTo>
                  <a:pt x="166343" y="95286"/>
                </a:lnTo>
                <a:cubicBezTo>
                  <a:pt x="171461" y="100405"/>
                  <a:pt x="171461" y="108681"/>
                  <a:pt x="166343" y="113745"/>
                </a:cubicBezTo>
                <a:cubicBezTo>
                  <a:pt x="161224" y="118808"/>
                  <a:pt x="152948" y="118863"/>
                  <a:pt x="147884" y="113745"/>
                </a:cubicBezTo>
                <a:lnTo>
                  <a:pt x="125560" y="91420"/>
                </a:lnTo>
                <a:lnTo>
                  <a:pt x="100459" y="116522"/>
                </a:lnTo>
                <a:lnTo>
                  <a:pt x="122783" y="138846"/>
                </a:lnTo>
                <a:cubicBezTo>
                  <a:pt x="127901" y="143964"/>
                  <a:pt x="127901" y="152240"/>
                  <a:pt x="122783" y="157304"/>
                </a:cubicBezTo>
                <a:cubicBezTo>
                  <a:pt x="117665" y="162368"/>
                  <a:pt x="109389" y="162422"/>
                  <a:pt x="104325" y="157304"/>
                </a:cubicBezTo>
                <a:lnTo>
                  <a:pt x="82001" y="134980"/>
                </a:lnTo>
                <a:lnTo>
                  <a:pt x="61473" y="155507"/>
                </a:lnTo>
                <a:cubicBezTo>
                  <a:pt x="55756" y="161224"/>
                  <a:pt x="52544" y="168956"/>
                  <a:pt x="52544" y="177069"/>
                </a:cubicBezTo>
                <a:lnTo>
                  <a:pt x="52544" y="225420"/>
                </a:lnTo>
                <a:lnTo>
                  <a:pt x="21507" y="256456"/>
                </a:lnTo>
                <a:cubicBezTo>
                  <a:pt x="16389" y="261575"/>
                  <a:pt x="16389" y="269851"/>
                  <a:pt x="21507" y="274915"/>
                </a:cubicBezTo>
                <a:cubicBezTo>
                  <a:pt x="26626" y="279978"/>
                  <a:pt x="34902" y="280033"/>
                  <a:pt x="39966" y="274915"/>
                </a:cubicBezTo>
                <a:lnTo>
                  <a:pt x="71002" y="243878"/>
                </a:lnTo>
                <a:lnTo>
                  <a:pt x="119353" y="243878"/>
                </a:lnTo>
                <a:cubicBezTo>
                  <a:pt x="127466" y="243878"/>
                  <a:pt x="135198" y="240666"/>
                  <a:pt x="140915" y="234949"/>
                </a:cubicBezTo>
                <a:lnTo>
                  <a:pt x="265985" y="109879"/>
                </a:lnTo>
                <a:lnTo>
                  <a:pt x="269796" y="113690"/>
                </a:lnTo>
                <a:cubicBezTo>
                  <a:pt x="274915" y="118808"/>
                  <a:pt x="283191" y="118808"/>
                  <a:pt x="288255" y="113690"/>
                </a:cubicBezTo>
                <a:cubicBezTo>
                  <a:pt x="293318" y="108572"/>
                  <a:pt x="293373" y="100296"/>
                  <a:pt x="288255" y="95232"/>
                </a:cubicBezTo>
                <a:lnTo>
                  <a:pt x="253952" y="60929"/>
                </a:lnTo>
                <a:lnTo>
                  <a:pt x="279053" y="35828"/>
                </a:lnTo>
                <a:lnTo>
                  <a:pt x="287220" y="43995"/>
                </a:lnTo>
                <a:cubicBezTo>
                  <a:pt x="292338" y="49113"/>
                  <a:pt x="300615" y="49113"/>
                  <a:pt x="305678" y="43995"/>
                </a:cubicBezTo>
                <a:cubicBezTo>
                  <a:pt x="310742" y="38877"/>
                  <a:pt x="310797" y="30601"/>
                  <a:pt x="305678" y="25537"/>
                </a:cubicBezTo>
                <a:lnTo>
                  <a:pt x="270831" y="-931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92537" y="1604411"/>
            <a:ext cx="2443976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Invasive Tests Required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9122" y="2199143"/>
            <a:ext cx="5231780" cy="108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Jaundice detection</a:t>
            </a:r>
            <a:r>
              <a:rPr lang="en-US" sz="131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traditionally requires blood tests to measure bilirubin levels. Our system enables </a:t>
            </a:r>
            <a:r>
              <a:rPr lang="en-US" sz="1317" b="1" dirty="0">
                <a:solidFill>
                  <a:srgbClr val="1F2937"/>
                </a:solidFill>
                <a:highlight>
                  <a:srgbClr val="00D4A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non-invasive screening </a:t>
            </a:r>
            <a:r>
              <a:rPr lang="en-US" sz="131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simple sclera image analysis — no needles, no lab visits needed.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67707" y="3472241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74341" y="148683"/>
                </a:moveTo>
                <a:cubicBezTo>
                  <a:pt x="115372" y="148683"/>
                  <a:pt x="148683" y="115372"/>
                  <a:pt x="148683" y="74341"/>
                </a:cubicBezTo>
                <a:cubicBezTo>
                  <a:pt x="148683" y="33311"/>
                  <a:pt x="115372" y="0"/>
                  <a:pt x="74341" y="0"/>
                </a:cubicBezTo>
                <a:cubicBezTo>
                  <a:pt x="33311" y="0"/>
                  <a:pt x="0" y="33311"/>
                  <a:pt x="0" y="74341"/>
                </a:cubicBezTo>
                <a:cubicBezTo>
                  <a:pt x="0" y="115372"/>
                  <a:pt x="33311" y="148683"/>
                  <a:pt x="74341" y="148683"/>
                </a:cubicBezTo>
                <a:close/>
                <a:moveTo>
                  <a:pt x="98851" y="61767"/>
                </a:moveTo>
                <a:lnTo>
                  <a:pt x="75619" y="98938"/>
                </a:lnTo>
                <a:cubicBezTo>
                  <a:pt x="74400" y="100884"/>
                  <a:pt x="72309" y="102103"/>
                  <a:pt x="70015" y="102220"/>
                </a:cubicBezTo>
                <a:cubicBezTo>
                  <a:pt x="67720" y="102336"/>
                  <a:pt x="65513" y="101290"/>
                  <a:pt x="64149" y="99432"/>
                </a:cubicBezTo>
                <a:lnTo>
                  <a:pt x="50210" y="80846"/>
                </a:lnTo>
                <a:cubicBezTo>
                  <a:pt x="47886" y="77768"/>
                  <a:pt x="48525" y="73412"/>
                  <a:pt x="51603" y="71089"/>
                </a:cubicBezTo>
                <a:cubicBezTo>
                  <a:pt x="54682" y="68766"/>
                  <a:pt x="59038" y="69405"/>
                  <a:pt x="61361" y="72483"/>
                </a:cubicBezTo>
                <a:lnTo>
                  <a:pt x="69201" y="82937"/>
                </a:lnTo>
                <a:lnTo>
                  <a:pt x="87032" y="54391"/>
                </a:lnTo>
                <a:cubicBezTo>
                  <a:pt x="89065" y="51139"/>
                  <a:pt x="93362" y="50122"/>
                  <a:pt x="96644" y="52184"/>
                </a:cubicBezTo>
                <a:cubicBezTo>
                  <a:pt x="99925" y="54246"/>
                  <a:pt x="100913" y="58515"/>
                  <a:pt x="98851" y="617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709317" y="3435070"/>
            <a:ext cx="225812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Non-invasive alternative available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0293" y="4033416"/>
            <a:ext cx="5612780" cy="2648415"/>
          </a:xfrm>
          <a:custGeom>
            <a:avLst/>
            <a:gdLst/>
            <a:ahLst/>
            <a:cxnLst/>
            <a:rect l="l" t="t" r="r" b="b"/>
            <a:pathLst>
              <a:path w="5612780" h="2648415">
                <a:moveTo>
                  <a:pt x="37171" y="0"/>
                </a:moveTo>
                <a:lnTo>
                  <a:pt x="5464098" y="0"/>
                </a:lnTo>
                <a:cubicBezTo>
                  <a:pt x="5546213" y="0"/>
                  <a:pt x="5612780" y="66567"/>
                  <a:pt x="5612780" y="148682"/>
                </a:cubicBezTo>
                <a:lnTo>
                  <a:pt x="5612780" y="2499733"/>
                </a:lnTo>
                <a:cubicBezTo>
                  <a:pt x="5612780" y="2581847"/>
                  <a:pt x="5546213" y="2648415"/>
                  <a:pt x="5464098" y="2648415"/>
                </a:cubicBez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7C3AED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390293" y="4033416"/>
            <a:ext cx="37171" cy="2648415"/>
          </a:xfrm>
          <a:custGeom>
            <a:avLst/>
            <a:gdLst/>
            <a:ahLst/>
            <a:cxnLst/>
            <a:rect l="l" t="t" r="r" b="b"/>
            <a:pathLst>
              <a:path w="37171" h="2648415">
                <a:moveTo>
                  <a:pt x="37171" y="0"/>
                </a:moveTo>
                <a:lnTo>
                  <a:pt x="37171" y="0"/>
                </a:lnTo>
                <a:lnTo>
                  <a:pt x="37171" y="2648415"/>
                </a:ln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31902" y="4256441"/>
            <a:ext cx="594732" cy="594732"/>
          </a:xfrm>
          <a:custGeom>
            <a:avLst/>
            <a:gdLst/>
            <a:ahLst/>
            <a:cxnLst/>
            <a:rect l="l" t="t" r="r" b="b"/>
            <a:pathLst>
              <a:path w="594732" h="594732">
                <a:moveTo>
                  <a:pt x="148683" y="0"/>
                </a:moveTo>
                <a:lnTo>
                  <a:pt x="446049" y="0"/>
                </a:lnTo>
                <a:cubicBezTo>
                  <a:pt x="528109" y="0"/>
                  <a:pt x="594732" y="66623"/>
                  <a:pt x="594732" y="148683"/>
                </a:cubicBezTo>
                <a:lnTo>
                  <a:pt x="594732" y="446049"/>
                </a:lnTo>
                <a:cubicBezTo>
                  <a:pt x="594732" y="528164"/>
                  <a:pt x="528164" y="594732"/>
                  <a:pt x="446049" y="594732"/>
                </a:cubicBezTo>
                <a:lnTo>
                  <a:pt x="148683" y="594732"/>
                </a:lnTo>
                <a:cubicBezTo>
                  <a:pt x="66623" y="594732"/>
                  <a:pt x="0" y="528109"/>
                  <a:pt x="0" y="446049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9625" y="4414416"/>
            <a:ext cx="243933" cy="278780"/>
          </a:xfrm>
          <a:custGeom>
            <a:avLst/>
            <a:gdLst/>
            <a:ahLst/>
            <a:cxnLst/>
            <a:rect l="l" t="t" r="r" b="b"/>
            <a:pathLst>
              <a:path w="243933" h="278780">
                <a:moveTo>
                  <a:pt x="121966" y="4356"/>
                </a:moveTo>
                <a:cubicBezTo>
                  <a:pt x="85905" y="4356"/>
                  <a:pt x="56627" y="33633"/>
                  <a:pt x="56627" y="69695"/>
                </a:cubicBezTo>
                <a:cubicBezTo>
                  <a:pt x="56627" y="105757"/>
                  <a:pt x="85905" y="135034"/>
                  <a:pt x="121966" y="135034"/>
                </a:cubicBezTo>
                <a:cubicBezTo>
                  <a:pt x="158028" y="135034"/>
                  <a:pt x="187306" y="105757"/>
                  <a:pt x="187306" y="69695"/>
                </a:cubicBezTo>
                <a:cubicBezTo>
                  <a:pt x="187306" y="33633"/>
                  <a:pt x="158028" y="4356"/>
                  <a:pt x="121966" y="4356"/>
                </a:cubicBezTo>
                <a:close/>
                <a:moveTo>
                  <a:pt x="154636" y="174673"/>
                </a:moveTo>
                <a:cubicBezTo>
                  <a:pt x="151696" y="174401"/>
                  <a:pt x="148647" y="174238"/>
                  <a:pt x="145597" y="174238"/>
                </a:cubicBezTo>
                <a:lnTo>
                  <a:pt x="98281" y="174238"/>
                </a:lnTo>
                <a:cubicBezTo>
                  <a:pt x="95232" y="174238"/>
                  <a:pt x="92237" y="174401"/>
                  <a:pt x="89242" y="174673"/>
                </a:cubicBezTo>
                <a:lnTo>
                  <a:pt x="89242" y="211427"/>
                </a:lnTo>
                <a:cubicBezTo>
                  <a:pt x="98227" y="215565"/>
                  <a:pt x="104488" y="224658"/>
                  <a:pt x="104488" y="235167"/>
                </a:cubicBezTo>
                <a:cubicBezTo>
                  <a:pt x="104488" y="249596"/>
                  <a:pt x="92782" y="261302"/>
                  <a:pt x="78353" y="261302"/>
                </a:cubicBezTo>
                <a:cubicBezTo>
                  <a:pt x="63923" y="261302"/>
                  <a:pt x="52217" y="249596"/>
                  <a:pt x="52217" y="235167"/>
                </a:cubicBezTo>
                <a:cubicBezTo>
                  <a:pt x="52217" y="224603"/>
                  <a:pt x="58479" y="215510"/>
                  <a:pt x="67463" y="211427"/>
                </a:cubicBezTo>
                <a:lnTo>
                  <a:pt x="67463" y="179628"/>
                </a:lnTo>
                <a:cubicBezTo>
                  <a:pt x="33214" y="192206"/>
                  <a:pt x="8712" y="225202"/>
                  <a:pt x="8712" y="263861"/>
                </a:cubicBezTo>
                <a:cubicBezTo>
                  <a:pt x="8712" y="272083"/>
                  <a:pt x="15409" y="278780"/>
                  <a:pt x="23631" y="278780"/>
                </a:cubicBezTo>
                <a:lnTo>
                  <a:pt x="220247" y="278780"/>
                </a:lnTo>
                <a:cubicBezTo>
                  <a:pt x="228469" y="278780"/>
                  <a:pt x="235167" y="272083"/>
                  <a:pt x="235167" y="263861"/>
                </a:cubicBezTo>
                <a:cubicBezTo>
                  <a:pt x="235167" y="225202"/>
                  <a:pt x="210664" y="192261"/>
                  <a:pt x="176361" y="179683"/>
                </a:cubicBezTo>
                <a:lnTo>
                  <a:pt x="176361" y="200047"/>
                </a:lnTo>
                <a:cubicBezTo>
                  <a:pt x="189048" y="204512"/>
                  <a:pt x="198141" y="216654"/>
                  <a:pt x="198141" y="230865"/>
                </a:cubicBezTo>
                <a:lnTo>
                  <a:pt x="198141" y="248289"/>
                </a:lnTo>
                <a:cubicBezTo>
                  <a:pt x="198141" y="254278"/>
                  <a:pt x="193241" y="259179"/>
                  <a:pt x="187251" y="259179"/>
                </a:cubicBezTo>
                <a:cubicBezTo>
                  <a:pt x="181262" y="259179"/>
                  <a:pt x="176361" y="254278"/>
                  <a:pt x="176361" y="248289"/>
                </a:cubicBezTo>
                <a:lnTo>
                  <a:pt x="176361" y="230865"/>
                </a:lnTo>
                <a:cubicBezTo>
                  <a:pt x="176361" y="224876"/>
                  <a:pt x="171461" y="219975"/>
                  <a:pt x="165471" y="219975"/>
                </a:cubicBezTo>
                <a:cubicBezTo>
                  <a:pt x="159482" y="219975"/>
                  <a:pt x="154582" y="224876"/>
                  <a:pt x="154582" y="230865"/>
                </a:cubicBezTo>
                <a:lnTo>
                  <a:pt x="154582" y="248289"/>
                </a:lnTo>
                <a:cubicBezTo>
                  <a:pt x="154582" y="254278"/>
                  <a:pt x="149681" y="259179"/>
                  <a:pt x="143692" y="259179"/>
                </a:cubicBezTo>
                <a:cubicBezTo>
                  <a:pt x="137702" y="259179"/>
                  <a:pt x="132802" y="254278"/>
                  <a:pt x="132802" y="248289"/>
                </a:cubicBezTo>
                <a:lnTo>
                  <a:pt x="132802" y="230865"/>
                </a:lnTo>
                <a:cubicBezTo>
                  <a:pt x="132802" y="216654"/>
                  <a:pt x="141895" y="204566"/>
                  <a:pt x="154582" y="200047"/>
                </a:cubicBezTo>
                <a:lnTo>
                  <a:pt x="154582" y="174673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375317" y="4405124"/>
            <a:ext cx="202580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Specialist Shortage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1902" y="4999855"/>
            <a:ext cx="5231780" cy="108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skin conditions like </a:t>
            </a:r>
            <a:r>
              <a:rPr lang="en-US" sz="131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Acne, Eczema, Herpes, and Rosacea</a:t>
            </a:r>
            <a:r>
              <a:rPr lang="en-US" sz="131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 dermatological expertise. AI can assist in preliminary classification where specialists aren't available, bridging the expertise gap.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0488" y="6272953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34848" y="16262"/>
                </a:moveTo>
                <a:cubicBezTo>
                  <a:pt x="34848" y="7289"/>
                  <a:pt x="42137" y="0"/>
                  <a:pt x="51110" y="0"/>
                </a:cubicBezTo>
                <a:lnTo>
                  <a:pt x="58079" y="0"/>
                </a:lnTo>
                <a:cubicBezTo>
                  <a:pt x="63219" y="0"/>
                  <a:pt x="67372" y="4153"/>
                  <a:pt x="67372" y="9293"/>
                </a:cubicBezTo>
                <a:lnTo>
                  <a:pt x="67372" y="139390"/>
                </a:lnTo>
                <a:cubicBezTo>
                  <a:pt x="67372" y="144530"/>
                  <a:pt x="63219" y="148683"/>
                  <a:pt x="58079" y="148683"/>
                </a:cubicBezTo>
                <a:lnTo>
                  <a:pt x="48787" y="148683"/>
                </a:lnTo>
                <a:cubicBezTo>
                  <a:pt x="40133" y="148683"/>
                  <a:pt x="32844" y="142759"/>
                  <a:pt x="30782" y="134744"/>
                </a:cubicBezTo>
                <a:cubicBezTo>
                  <a:pt x="30579" y="134744"/>
                  <a:pt x="30404" y="134744"/>
                  <a:pt x="30201" y="134744"/>
                </a:cubicBezTo>
                <a:cubicBezTo>
                  <a:pt x="17366" y="134744"/>
                  <a:pt x="6970" y="124348"/>
                  <a:pt x="6970" y="111512"/>
                </a:cubicBezTo>
                <a:cubicBezTo>
                  <a:pt x="6970" y="106285"/>
                  <a:pt x="8712" y="101464"/>
                  <a:pt x="11616" y="97573"/>
                </a:cubicBezTo>
                <a:cubicBezTo>
                  <a:pt x="5982" y="93333"/>
                  <a:pt x="2323" y="86596"/>
                  <a:pt x="2323" y="78988"/>
                </a:cubicBezTo>
                <a:cubicBezTo>
                  <a:pt x="2323" y="70015"/>
                  <a:pt x="7434" y="62203"/>
                  <a:pt x="14868" y="58341"/>
                </a:cubicBezTo>
                <a:cubicBezTo>
                  <a:pt x="12806" y="54856"/>
                  <a:pt x="11616" y="50790"/>
                  <a:pt x="11616" y="46463"/>
                </a:cubicBezTo>
                <a:cubicBezTo>
                  <a:pt x="11616" y="33628"/>
                  <a:pt x="22012" y="23232"/>
                  <a:pt x="34848" y="23232"/>
                </a:cubicBezTo>
                <a:lnTo>
                  <a:pt x="34848" y="16262"/>
                </a:lnTo>
                <a:close/>
                <a:moveTo>
                  <a:pt x="113835" y="16262"/>
                </a:moveTo>
                <a:lnTo>
                  <a:pt x="113835" y="23232"/>
                </a:lnTo>
                <a:cubicBezTo>
                  <a:pt x="126671" y="23232"/>
                  <a:pt x="137067" y="33628"/>
                  <a:pt x="137067" y="46463"/>
                </a:cubicBezTo>
                <a:cubicBezTo>
                  <a:pt x="137067" y="50819"/>
                  <a:pt x="135876" y="54885"/>
                  <a:pt x="133815" y="58341"/>
                </a:cubicBezTo>
                <a:cubicBezTo>
                  <a:pt x="141278" y="62203"/>
                  <a:pt x="146360" y="69986"/>
                  <a:pt x="146360" y="78988"/>
                </a:cubicBezTo>
                <a:cubicBezTo>
                  <a:pt x="146360" y="86596"/>
                  <a:pt x="142701" y="93333"/>
                  <a:pt x="137067" y="97573"/>
                </a:cubicBezTo>
                <a:cubicBezTo>
                  <a:pt x="139971" y="101464"/>
                  <a:pt x="141713" y="106285"/>
                  <a:pt x="141713" y="111512"/>
                </a:cubicBezTo>
                <a:cubicBezTo>
                  <a:pt x="141713" y="124348"/>
                  <a:pt x="131317" y="134744"/>
                  <a:pt x="118482" y="134744"/>
                </a:cubicBezTo>
                <a:cubicBezTo>
                  <a:pt x="118278" y="134744"/>
                  <a:pt x="118104" y="134744"/>
                  <a:pt x="117901" y="134744"/>
                </a:cubicBezTo>
                <a:cubicBezTo>
                  <a:pt x="115839" y="142759"/>
                  <a:pt x="108550" y="148683"/>
                  <a:pt x="99896" y="148683"/>
                </a:cubicBezTo>
                <a:lnTo>
                  <a:pt x="90604" y="148683"/>
                </a:lnTo>
                <a:cubicBezTo>
                  <a:pt x="85464" y="148683"/>
                  <a:pt x="81311" y="144530"/>
                  <a:pt x="81311" y="139390"/>
                </a:cubicBezTo>
                <a:lnTo>
                  <a:pt x="81311" y="9293"/>
                </a:lnTo>
                <a:cubicBezTo>
                  <a:pt x="81311" y="4153"/>
                  <a:pt x="85464" y="0"/>
                  <a:pt x="90604" y="0"/>
                </a:cubicBezTo>
                <a:lnTo>
                  <a:pt x="97573" y="0"/>
                </a:lnTo>
                <a:cubicBezTo>
                  <a:pt x="106546" y="0"/>
                  <a:pt x="113835" y="7289"/>
                  <a:pt x="113835" y="16262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892098" y="6235782"/>
            <a:ext cx="160763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bridges expertise gap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7512" y="4033416"/>
            <a:ext cx="5612780" cy="2648415"/>
          </a:xfrm>
          <a:custGeom>
            <a:avLst/>
            <a:gdLst/>
            <a:ahLst/>
            <a:cxnLst/>
            <a:rect l="l" t="t" r="r" b="b"/>
            <a:pathLst>
              <a:path w="5612780" h="2648415">
                <a:moveTo>
                  <a:pt x="37171" y="0"/>
                </a:moveTo>
                <a:lnTo>
                  <a:pt x="5464098" y="0"/>
                </a:lnTo>
                <a:cubicBezTo>
                  <a:pt x="5546213" y="0"/>
                  <a:pt x="5612780" y="66567"/>
                  <a:pt x="5612780" y="148682"/>
                </a:cubicBezTo>
                <a:lnTo>
                  <a:pt x="5612780" y="2499733"/>
                </a:lnTo>
                <a:cubicBezTo>
                  <a:pt x="5612780" y="2581847"/>
                  <a:pt x="5546213" y="2648415"/>
                  <a:pt x="5464098" y="2648415"/>
                </a:cubicBez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207512" y="4033416"/>
            <a:ext cx="37171" cy="2648415"/>
          </a:xfrm>
          <a:custGeom>
            <a:avLst/>
            <a:gdLst/>
            <a:ahLst/>
            <a:cxnLst/>
            <a:rect l="l" t="t" r="r" b="b"/>
            <a:pathLst>
              <a:path w="37171" h="2648415">
                <a:moveTo>
                  <a:pt x="37171" y="0"/>
                </a:moveTo>
                <a:lnTo>
                  <a:pt x="37171" y="0"/>
                </a:lnTo>
                <a:lnTo>
                  <a:pt x="37171" y="2648415"/>
                </a:lnTo>
                <a:lnTo>
                  <a:pt x="37171" y="2648415"/>
                </a:lnTo>
                <a:cubicBezTo>
                  <a:pt x="16642" y="2648415"/>
                  <a:pt x="0" y="2631773"/>
                  <a:pt x="0" y="2611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49122" y="4256441"/>
            <a:ext cx="594732" cy="594732"/>
          </a:xfrm>
          <a:custGeom>
            <a:avLst/>
            <a:gdLst/>
            <a:ahLst/>
            <a:cxnLst/>
            <a:rect l="l" t="t" r="r" b="b"/>
            <a:pathLst>
              <a:path w="594732" h="594732">
                <a:moveTo>
                  <a:pt x="148683" y="0"/>
                </a:moveTo>
                <a:lnTo>
                  <a:pt x="446049" y="0"/>
                </a:lnTo>
                <a:cubicBezTo>
                  <a:pt x="528109" y="0"/>
                  <a:pt x="594732" y="66623"/>
                  <a:pt x="594732" y="148683"/>
                </a:cubicBezTo>
                <a:lnTo>
                  <a:pt x="594732" y="446049"/>
                </a:lnTo>
                <a:cubicBezTo>
                  <a:pt x="594732" y="528164"/>
                  <a:pt x="528164" y="594732"/>
                  <a:pt x="446049" y="594732"/>
                </a:cubicBezTo>
                <a:lnTo>
                  <a:pt x="148683" y="594732"/>
                </a:lnTo>
                <a:cubicBezTo>
                  <a:pt x="66623" y="594732"/>
                  <a:pt x="0" y="528109"/>
                  <a:pt x="0" y="446049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09421" y="4414416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226509" y="113255"/>
                </a:moveTo>
                <a:cubicBezTo>
                  <a:pt x="226509" y="138247"/>
                  <a:pt x="218396" y="161333"/>
                  <a:pt x="204729" y="180064"/>
                </a:cubicBezTo>
                <a:lnTo>
                  <a:pt x="273662" y="249051"/>
                </a:lnTo>
                <a:cubicBezTo>
                  <a:pt x="280468" y="255857"/>
                  <a:pt x="280468" y="266911"/>
                  <a:pt x="273662" y="273717"/>
                </a:cubicBezTo>
                <a:cubicBezTo>
                  <a:pt x="266856" y="280523"/>
                  <a:pt x="255803" y="280523"/>
                  <a:pt x="248997" y="273717"/>
                </a:cubicBezTo>
                <a:lnTo>
                  <a:pt x="180064" y="204729"/>
                </a:lnTo>
                <a:cubicBezTo>
                  <a:pt x="161333" y="218396"/>
                  <a:pt x="138247" y="226509"/>
                  <a:pt x="113255" y="226509"/>
                </a:cubicBezTo>
                <a:cubicBezTo>
                  <a:pt x="50692" y="226509"/>
                  <a:pt x="0" y="175817"/>
                  <a:pt x="0" y="113255"/>
                </a:cubicBezTo>
                <a:cubicBezTo>
                  <a:pt x="0" y="50692"/>
                  <a:pt x="50692" y="0"/>
                  <a:pt x="113255" y="0"/>
                </a:cubicBezTo>
                <a:cubicBezTo>
                  <a:pt x="175817" y="0"/>
                  <a:pt x="226509" y="50692"/>
                  <a:pt x="226509" y="113255"/>
                </a:cubicBezTo>
                <a:close/>
                <a:moveTo>
                  <a:pt x="113255" y="60983"/>
                </a:moveTo>
                <a:cubicBezTo>
                  <a:pt x="106013" y="60983"/>
                  <a:pt x="100187" y="66809"/>
                  <a:pt x="100187" y="74051"/>
                </a:cubicBezTo>
                <a:lnTo>
                  <a:pt x="100187" y="100187"/>
                </a:lnTo>
                <a:lnTo>
                  <a:pt x="74051" y="100187"/>
                </a:lnTo>
                <a:cubicBezTo>
                  <a:pt x="66809" y="100187"/>
                  <a:pt x="60983" y="106013"/>
                  <a:pt x="60983" y="113255"/>
                </a:cubicBezTo>
                <a:cubicBezTo>
                  <a:pt x="60983" y="120496"/>
                  <a:pt x="66809" y="126322"/>
                  <a:pt x="74051" y="126322"/>
                </a:cubicBezTo>
                <a:lnTo>
                  <a:pt x="100187" y="126322"/>
                </a:lnTo>
                <a:lnTo>
                  <a:pt x="100187" y="152458"/>
                </a:lnTo>
                <a:cubicBezTo>
                  <a:pt x="100187" y="159700"/>
                  <a:pt x="106013" y="165526"/>
                  <a:pt x="113255" y="165526"/>
                </a:cubicBezTo>
                <a:cubicBezTo>
                  <a:pt x="120496" y="165526"/>
                  <a:pt x="126322" y="159700"/>
                  <a:pt x="126322" y="152458"/>
                </a:cubicBezTo>
                <a:lnTo>
                  <a:pt x="126322" y="126322"/>
                </a:lnTo>
                <a:lnTo>
                  <a:pt x="152458" y="126322"/>
                </a:lnTo>
                <a:cubicBezTo>
                  <a:pt x="159700" y="126322"/>
                  <a:pt x="165526" y="120496"/>
                  <a:pt x="165526" y="113255"/>
                </a:cubicBezTo>
                <a:cubicBezTo>
                  <a:pt x="165526" y="106013"/>
                  <a:pt x="159700" y="100187"/>
                  <a:pt x="152458" y="100187"/>
                </a:cubicBezTo>
                <a:lnTo>
                  <a:pt x="126322" y="100187"/>
                </a:lnTo>
                <a:lnTo>
                  <a:pt x="126322" y="74051"/>
                </a:lnTo>
                <a:cubicBezTo>
                  <a:pt x="126322" y="66809"/>
                  <a:pt x="120496" y="60983"/>
                  <a:pt x="113255" y="6098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7192537" y="4405124"/>
            <a:ext cx="2053683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Detection Gap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9122" y="4999855"/>
            <a:ext cx="5231780" cy="108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 abnormalities</a:t>
            </a:r>
            <a:r>
              <a:rPr lang="en-US" sz="131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indicate systemic health issues like liver disease, anemia, and autoimmune conditions. Early detection through image analysis prompts timely medical consultation, potentially saving lives.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7707" y="6272953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74341" y="31334"/>
                </a:moveTo>
                <a:lnTo>
                  <a:pt x="69986" y="25294"/>
                </a:lnTo>
                <a:cubicBezTo>
                  <a:pt x="62726" y="15246"/>
                  <a:pt x="51081" y="9293"/>
                  <a:pt x="38652" y="9293"/>
                </a:cubicBezTo>
                <a:cubicBezTo>
                  <a:pt x="17308" y="9293"/>
                  <a:pt x="0" y="26600"/>
                  <a:pt x="0" y="47944"/>
                </a:cubicBezTo>
                <a:lnTo>
                  <a:pt x="0" y="48699"/>
                </a:lnTo>
                <a:cubicBezTo>
                  <a:pt x="0" y="55553"/>
                  <a:pt x="1800" y="62638"/>
                  <a:pt x="4821" y="69695"/>
                </a:cubicBezTo>
                <a:lnTo>
                  <a:pt x="35603" y="69695"/>
                </a:lnTo>
                <a:cubicBezTo>
                  <a:pt x="36532" y="69695"/>
                  <a:pt x="37374" y="69143"/>
                  <a:pt x="37752" y="68272"/>
                </a:cubicBezTo>
                <a:lnTo>
                  <a:pt x="46986" y="46115"/>
                </a:lnTo>
                <a:cubicBezTo>
                  <a:pt x="48061" y="43559"/>
                  <a:pt x="50558" y="41875"/>
                  <a:pt x="53317" y="41817"/>
                </a:cubicBezTo>
                <a:cubicBezTo>
                  <a:pt x="56076" y="41759"/>
                  <a:pt x="58631" y="43385"/>
                  <a:pt x="59764" y="45912"/>
                </a:cubicBezTo>
                <a:lnTo>
                  <a:pt x="74661" y="78988"/>
                </a:lnTo>
                <a:lnTo>
                  <a:pt x="86683" y="54943"/>
                </a:lnTo>
                <a:cubicBezTo>
                  <a:pt x="87874" y="52591"/>
                  <a:pt x="90284" y="51081"/>
                  <a:pt x="92927" y="51081"/>
                </a:cubicBezTo>
                <a:cubicBezTo>
                  <a:pt x="95569" y="51081"/>
                  <a:pt x="97980" y="52562"/>
                  <a:pt x="99170" y="54943"/>
                </a:cubicBezTo>
                <a:lnTo>
                  <a:pt x="105908" y="68388"/>
                </a:lnTo>
                <a:cubicBezTo>
                  <a:pt x="106314" y="69172"/>
                  <a:pt x="107098" y="69666"/>
                  <a:pt x="107998" y="69666"/>
                </a:cubicBezTo>
                <a:lnTo>
                  <a:pt x="143891" y="69666"/>
                </a:lnTo>
                <a:cubicBezTo>
                  <a:pt x="146941" y="62609"/>
                  <a:pt x="148712" y="55524"/>
                  <a:pt x="148712" y="48670"/>
                </a:cubicBezTo>
                <a:lnTo>
                  <a:pt x="148712" y="47915"/>
                </a:lnTo>
                <a:cubicBezTo>
                  <a:pt x="148683" y="26600"/>
                  <a:pt x="131375" y="9293"/>
                  <a:pt x="110031" y="9293"/>
                </a:cubicBezTo>
                <a:cubicBezTo>
                  <a:pt x="97631" y="9293"/>
                  <a:pt x="85957" y="15246"/>
                  <a:pt x="78697" y="25294"/>
                </a:cubicBezTo>
                <a:lnTo>
                  <a:pt x="74341" y="31305"/>
                </a:lnTo>
                <a:close/>
                <a:moveTo>
                  <a:pt x="136370" y="83634"/>
                </a:moveTo>
                <a:lnTo>
                  <a:pt x="107969" y="83634"/>
                </a:lnTo>
                <a:cubicBezTo>
                  <a:pt x="101813" y="83634"/>
                  <a:pt x="96179" y="80149"/>
                  <a:pt x="93421" y="74632"/>
                </a:cubicBezTo>
                <a:lnTo>
                  <a:pt x="92927" y="73645"/>
                </a:lnTo>
                <a:lnTo>
                  <a:pt x="80585" y="98357"/>
                </a:lnTo>
                <a:cubicBezTo>
                  <a:pt x="79394" y="100768"/>
                  <a:pt x="76897" y="102278"/>
                  <a:pt x="74196" y="102220"/>
                </a:cubicBezTo>
                <a:cubicBezTo>
                  <a:pt x="71496" y="102161"/>
                  <a:pt x="69085" y="100564"/>
                  <a:pt x="67982" y="98125"/>
                </a:cubicBezTo>
                <a:lnTo>
                  <a:pt x="53665" y="66327"/>
                </a:lnTo>
                <a:lnTo>
                  <a:pt x="50616" y="73645"/>
                </a:lnTo>
                <a:cubicBezTo>
                  <a:pt x="48090" y="79714"/>
                  <a:pt x="42166" y="83663"/>
                  <a:pt x="35603" y="83663"/>
                </a:cubicBezTo>
                <a:lnTo>
                  <a:pt x="12313" y="83663"/>
                </a:lnTo>
                <a:cubicBezTo>
                  <a:pt x="26020" y="105094"/>
                  <a:pt x="48032" y="124812"/>
                  <a:pt x="61796" y="135325"/>
                </a:cubicBezTo>
                <a:cubicBezTo>
                  <a:pt x="65397" y="138054"/>
                  <a:pt x="69811" y="139419"/>
                  <a:pt x="74312" y="139419"/>
                </a:cubicBezTo>
                <a:cubicBezTo>
                  <a:pt x="78814" y="139419"/>
                  <a:pt x="83257" y="138083"/>
                  <a:pt x="86829" y="135325"/>
                </a:cubicBezTo>
                <a:cubicBezTo>
                  <a:pt x="100651" y="124783"/>
                  <a:pt x="122663" y="105065"/>
                  <a:pt x="136370" y="83634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709317" y="6235782"/>
            <a:ext cx="174702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detection saves lives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97075"/>
            <a:ext cx="72195" cy="360977"/>
          </a:xfrm>
          <a:custGeom>
            <a:avLst/>
            <a:gdLst/>
            <a:ahLst/>
            <a:cxnLst/>
            <a:rect l="l" t="t" r="r" b="b"/>
            <a:pathLst>
              <a:path w="72195" h="360977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324879"/>
                </a:lnTo>
                <a:cubicBezTo>
                  <a:pt x="72195" y="344816"/>
                  <a:pt x="56034" y="360977"/>
                  <a:pt x="36098" y="360977"/>
                </a:cubicBezTo>
                <a:lnTo>
                  <a:pt x="36098" y="360977"/>
                </a:lnTo>
                <a:cubicBezTo>
                  <a:pt x="16161" y="360977"/>
                  <a:pt x="0" y="344816"/>
                  <a:pt x="0" y="324879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1466" y="360977"/>
            <a:ext cx="3681966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1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1466" y="810164"/>
            <a:ext cx="1137980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key goals we set out to achieve with HealthVision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977" y="1184613"/>
            <a:ext cx="5649291" cy="5522949"/>
          </a:xfrm>
          <a:custGeom>
            <a:avLst/>
            <a:gdLst/>
            <a:ahLst/>
            <a:cxnLst/>
            <a:rect l="l" t="t" r="r" b="b"/>
            <a:pathLst>
              <a:path w="5649291" h="5522949">
                <a:moveTo>
                  <a:pt x="144370" y="0"/>
                </a:moveTo>
                <a:lnTo>
                  <a:pt x="5504921" y="0"/>
                </a:lnTo>
                <a:cubicBezTo>
                  <a:pt x="5584601" y="0"/>
                  <a:pt x="5649291" y="64690"/>
                  <a:pt x="5649291" y="144370"/>
                </a:cubicBezTo>
                <a:lnTo>
                  <a:pt x="5649291" y="5378579"/>
                </a:lnTo>
                <a:cubicBezTo>
                  <a:pt x="5649291" y="5458312"/>
                  <a:pt x="5584654" y="5522949"/>
                  <a:pt x="5504921" y="5522949"/>
                </a:cubicBezTo>
                <a:lnTo>
                  <a:pt x="144370" y="5522949"/>
                </a:lnTo>
                <a:cubicBezTo>
                  <a:pt x="64690" y="5522949"/>
                  <a:pt x="0" y="5458259"/>
                  <a:pt x="0" y="5378579"/>
                </a:cubicBezTo>
                <a:lnTo>
                  <a:pt x="0" y="144370"/>
                </a:lnTo>
                <a:cubicBezTo>
                  <a:pt x="0" y="64637"/>
                  <a:pt x="64637" y="0"/>
                  <a:pt x="144370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77563" y="1384421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56" y="1492714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189513" y="108293"/>
                </a:moveTo>
                <a:cubicBezTo>
                  <a:pt x="189513" y="63467"/>
                  <a:pt x="153120" y="27073"/>
                  <a:pt x="108293" y="27073"/>
                </a:cubicBezTo>
                <a:cubicBezTo>
                  <a:pt x="63467" y="27073"/>
                  <a:pt x="27073" y="63467"/>
                  <a:pt x="27073" y="108293"/>
                </a:cubicBezTo>
                <a:cubicBezTo>
                  <a:pt x="27073" y="153120"/>
                  <a:pt x="63467" y="189513"/>
                  <a:pt x="108293" y="189513"/>
                </a:cubicBezTo>
                <a:cubicBezTo>
                  <a:pt x="153120" y="189513"/>
                  <a:pt x="189513" y="153120"/>
                  <a:pt x="189513" y="108293"/>
                </a:cubicBezTo>
                <a:close/>
                <a:moveTo>
                  <a:pt x="0" y="108293"/>
                </a:moveTo>
                <a:cubicBezTo>
                  <a:pt x="0" y="48525"/>
                  <a:pt x="48525" y="0"/>
                  <a:pt x="108293" y="0"/>
                </a:cubicBezTo>
                <a:cubicBezTo>
                  <a:pt x="168062" y="0"/>
                  <a:pt x="216586" y="48525"/>
                  <a:pt x="216586" y="108293"/>
                </a:cubicBezTo>
                <a:cubicBezTo>
                  <a:pt x="216586" y="168062"/>
                  <a:pt x="168062" y="216586"/>
                  <a:pt x="108293" y="216586"/>
                </a:cubicBezTo>
                <a:cubicBezTo>
                  <a:pt x="48525" y="216586"/>
                  <a:pt x="0" y="168062"/>
                  <a:pt x="0" y="108293"/>
                </a:cubicBezTo>
                <a:close/>
                <a:moveTo>
                  <a:pt x="108293" y="142135"/>
                </a:moveTo>
                <a:cubicBezTo>
                  <a:pt x="126971" y="142135"/>
                  <a:pt x="142135" y="126971"/>
                  <a:pt x="142135" y="108293"/>
                </a:cubicBezTo>
                <a:cubicBezTo>
                  <a:pt x="142135" y="89615"/>
                  <a:pt x="126971" y="74452"/>
                  <a:pt x="108293" y="74452"/>
                </a:cubicBezTo>
                <a:cubicBezTo>
                  <a:pt x="89615" y="74452"/>
                  <a:pt x="74452" y="89615"/>
                  <a:pt x="74452" y="108293"/>
                </a:cubicBezTo>
                <a:cubicBezTo>
                  <a:pt x="74452" y="126971"/>
                  <a:pt x="89615" y="142135"/>
                  <a:pt x="108293" y="142135"/>
                </a:cubicBezTo>
                <a:close/>
                <a:moveTo>
                  <a:pt x="108293" y="47378"/>
                </a:moveTo>
                <a:cubicBezTo>
                  <a:pt x="141913" y="47378"/>
                  <a:pt x="169208" y="74673"/>
                  <a:pt x="169208" y="108293"/>
                </a:cubicBezTo>
                <a:cubicBezTo>
                  <a:pt x="169208" y="141913"/>
                  <a:pt x="141913" y="169208"/>
                  <a:pt x="108293" y="169208"/>
                </a:cubicBezTo>
                <a:cubicBezTo>
                  <a:pt x="74673" y="169208"/>
                  <a:pt x="47378" y="141913"/>
                  <a:pt x="47378" y="108293"/>
                </a:cubicBezTo>
                <a:cubicBezTo>
                  <a:pt x="47378" y="74673"/>
                  <a:pt x="74673" y="47378"/>
                  <a:pt x="108293" y="47378"/>
                </a:cubicBezTo>
                <a:close/>
                <a:moveTo>
                  <a:pt x="94756" y="108293"/>
                </a:moveTo>
                <a:cubicBezTo>
                  <a:pt x="94756" y="100822"/>
                  <a:pt x="100822" y="94756"/>
                  <a:pt x="108293" y="94756"/>
                </a:cubicBezTo>
                <a:cubicBezTo>
                  <a:pt x="115764" y="94756"/>
                  <a:pt x="121830" y="100822"/>
                  <a:pt x="121830" y="108293"/>
                </a:cubicBezTo>
                <a:cubicBezTo>
                  <a:pt x="121830" y="115764"/>
                  <a:pt x="115764" y="121830"/>
                  <a:pt x="108293" y="121830"/>
                </a:cubicBezTo>
                <a:cubicBezTo>
                  <a:pt x="100822" y="121830"/>
                  <a:pt x="94756" y="115764"/>
                  <a:pt x="94756" y="10829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119029" y="1456617"/>
            <a:ext cx="1642446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563" y="2016131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44391" y="0"/>
                </a:moveTo>
                <a:lnTo>
                  <a:pt x="144391" y="0"/>
                </a:lnTo>
                <a:cubicBezTo>
                  <a:pt x="224136" y="0"/>
                  <a:pt x="288782" y="64646"/>
                  <a:pt x="288782" y="144391"/>
                </a:cubicBezTo>
                <a:lnTo>
                  <a:pt x="288782" y="144391"/>
                </a:lnTo>
                <a:cubicBezTo>
                  <a:pt x="288782" y="224136"/>
                  <a:pt x="224136" y="288782"/>
                  <a:pt x="144391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99393" y="2052229"/>
            <a:ext cx="11731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4638" y="1998082"/>
            <a:ext cx="489123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</a:t>
            </a:r>
            <a:r>
              <a:rPr lang="en-US" sz="113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multi-module AI platform</a:t>
            </a: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capable of analyzing eye, face, and nail images for disease detection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563" y="2593694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44391" y="0"/>
                </a:moveTo>
                <a:lnTo>
                  <a:pt x="144391" y="0"/>
                </a:lnTo>
                <a:cubicBezTo>
                  <a:pt x="224136" y="0"/>
                  <a:pt x="288782" y="64646"/>
                  <a:pt x="288782" y="144391"/>
                </a:cubicBezTo>
                <a:lnTo>
                  <a:pt x="288782" y="144391"/>
                </a:lnTo>
                <a:cubicBezTo>
                  <a:pt x="288782" y="224136"/>
                  <a:pt x="224136" y="288782"/>
                  <a:pt x="144391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56" y="2629792"/>
            <a:ext cx="14439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4638" y="2575646"/>
            <a:ext cx="489123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</a:t>
            </a:r>
            <a:r>
              <a:rPr lang="en-US" sz="113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learning</a:t>
            </a: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MobileNetV2 and EfficientNetB0 for high-accuracy classification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563" y="3171258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44391" y="0"/>
                </a:moveTo>
                <a:lnTo>
                  <a:pt x="144391" y="0"/>
                </a:lnTo>
                <a:cubicBezTo>
                  <a:pt x="224136" y="0"/>
                  <a:pt x="288782" y="64646"/>
                  <a:pt x="288782" y="144391"/>
                </a:cubicBezTo>
                <a:lnTo>
                  <a:pt x="288782" y="144391"/>
                </a:lnTo>
                <a:cubicBezTo>
                  <a:pt x="288782" y="224136"/>
                  <a:pt x="224136" y="288782"/>
                  <a:pt x="144391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681344" y="3207355"/>
            <a:ext cx="15341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4638" y="3153209"/>
            <a:ext cx="489123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an </a:t>
            </a:r>
            <a:r>
              <a:rPr lang="en-US" sz="113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eye detection pipeline</a:t>
            </a: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OpenCV Haar cascades with dual-strategy detection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563" y="3748821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44391" y="0"/>
                </a:moveTo>
                <a:lnTo>
                  <a:pt x="144391" y="0"/>
                </a:lnTo>
                <a:cubicBezTo>
                  <a:pt x="224136" y="0"/>
                  <a:pt x="288782" y="64646"/>
                  <a:pt x="288782" y="144391"/>
                </a:cubicBezTo>
                <a:lnTo>
                  <a:pt x="288782" y="144391"/>
                </a:lnTo>
                <a:cubicBezTo>
                  <a:pt x="288782" y="224136"/>
                  <a:pt x="224136" y="288782"/>
                  <a:pt x="144391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56" y="3784919"/>
            <a:ext cx="14439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4638" y="3730772"/>
            <a:ext cx="489123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</a:t>
            </a:r>
            <a:r>
              <a:rPr lang="en-US" sz="113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web interface</a:t>
            </a: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supporting both image upload and real-time camera capture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563" y="4326384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44391" y="0"/>
                </a:moveTo>
                <a:lnTo>
                  <a:pt x="144391" y="0"/>
                </a:lnTo>
                <a:cubicBezTo>
                  <a:pt x="224136" y="0"/>
                  <a:pt x="288782" y="64646"/>
                  <a:pt x="288782" y="144391"/>
                </a:cubicBezTo>
                <a:lnTo>
                  <a:pt x="288782" y="144391"/>
                </a:lnTo>
                <a:cubicBezTo>
                  <a:pt x="288782" y="224136"/>
                  <a:pt x="224136" y="288782"/>
                  <a:pt x="144391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344" y="4362482"/>
            <a:ext cx="15341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4638" y="4308335"/>
            <a:ext cx="489123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</a:t>
            </a:r>
            <a:r>
              <a:rPr lang="en-US" sz="113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by processing all data locally</a:t>
            </a: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images stored or transmitted to third-party services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563" y="4903948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44391" y="0"/>
                </a:moveTo>
                <a:lnTo>
                  <a:pt x="144391" y="0"/>
                </a:lnTo>
                <a:cubicBezTo>
                  <a:pt x="224136" y="0"/>
                  <a:pt x="288782" y="64646"/>
                  <a:pt x="288782" y="144391"/>
                </a:cubicBezTo>
                <a:lnTo>
                  <a:pt x="288782" y="144391"/>
                </a:lnTo>
                <a:cubicBezTo>
                  <a:pt x="288782" y="224136"/>
                  <a:pt x="224136" y="288782"/>
                  <a:pt x="144391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681344" y="4940045"/>
            <a:ext cx="15341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4638" y="4885899"/>
            <a:ext cx="489123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</a:t>
            </a:r>
            <a:r>
              <a:rPr lang="en-US" sz="1137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disease information</a:t>
            </a:r>
            <a:r>
              <a:rPr lang="en-US" sz="113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alongside predictions for educational and screening purposes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5692" y="1176860"/>
            <a:ext cx="5631242" cy="5504900"/>
          </a:xfrm>
          <a:custGeom>
            <a:avLst/>
            <a:gdLst/>
            <a:ahLst/>
            <a:cxnLst/>
            <a:rect l="l" t="t" r="r" b="b"/>
            <a:pathLst>
              <a:path w="5631242" h="5504900">
                <a:moveTo>
                  <a:pt x="144394" y="0"/>
                </a:moveTo>
                <a:lnTo>
                  <a:pt x="5486849" y="0"/>
                </a:lnTo>
                <a:cubicBezTo>
                  <a:pt x="5566595" y="0"/>
                  <a:pt x="5631242" y="64647"/>
                  <a:pt x="5631242" y="144394"/>
                </a:cubicBezTo>
                <a:lnTo>
                  <a:pt x="5631242" y="5360507"/>
                </a:lnTo>
                <a:cubicBezTo>
                  <a:pt x="5631242" y="5440253"/>
                  <a:pt x="5566595" y="5504900"/>
                  <a:pt x="5486849" y="5504900"/>
                </a:cubicBezTo>
                <a:lnTo>
                  <a:pt x="144394" y="5504900"/>
                </a:lnTo>
                <a:cubicBezTo>
                  <a:pt x="64647" y="5504900"/>
                  <a:pt x="0" y="5440253"/>
                  <a:pt x="0" y="5360507"/>
                </a:cubicBezTo>
                <a:lnTo>
                  <a:pt x="0" y="144394"/>
                </a:lnTo>
                <a:cubicBezTo>
                  <a:pt x="0" y="64701"/>
                  <a:pt x="64701" y="0"/>
                  <a:pt x="144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1302" y="1402470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29595" y="1510763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61042" y="0"/>
                </a:moveTo>
                <a:lnTo>
                  <a:pt x="155798" y="0"/>
                </a:lnTo>
                <a:cubicBezTo>
                  <a:pt x="167008" y="0"/>
                  <a:pt x="176146" y="9222"/>
                  <a:pt x="175723" y="20390"/>
                </a:cubicBezTo>
                <a:cubicBezTo>
                  <a:pt x="175638" y="22632"/>
                  <a:pt x="175553" y="24874"/>
                  <a:pt x="175426" y="27073"/>
                </a:cubicBezTo>
                <a:lnTo>
                  <a:pt x="196408" y="27073"/>
                </a:lnTo>
                <a:cubicBezTo>
                  <a:pt x="207449" y="27073"/>
                  <a:pt x="217178" y="36211"/>
                  <a:pt x="216332" y="48140"/>
                </a:cubicBezTo>
                <a:cubicBezTo>
                  <a:pt x="213160" y="92007"/>
                  <a:pt x="190740" y="116119"/>
                  <a:pt x="166416" y="128725"/>
                </a:cubicBezTo>
                <a:cubicBezTo>
                  <a:pt x="159732" y="132194"/>
                  <a:pt x="152922" y="134774"/>
                  <a:pt x="146450" y="136678"/>
                </a:cubicBezTo>
                <a:cubicBezTo>
                  <a:pt x="137905" y="148776"/>
                  <a:pt x="129021" y="155164"/>
                  <a:pt x="121957" y="158590"/>
                </a:cubicBezTo>
                <a:lnTo>
                  <a:pt x="121957" y="189513"/>
                </a:lnTo>
                <a:lnTo>
                  <a:pt x="149030" y="189513"/>
                </a:lnTo>
                <a:cubicBezTo>
                  <a:pt x="156517" y="189513"/>
                  <a:pt x="162567" y="195562"/>
                  <a:pt x="162567" y="203050"/>
                </a:cubicBezTo>
                <a:cubicBezTo>
                  <a:pt x="162567" y="210537"/>
                  <a:pt x="156517" y="216586"/>
                  <a:pt x="149030" y="216586"/>
                </a:cubicBezTo>
                <a:lnTo>
                  <a:pt x="67810" y="216586"/>
                </a:lnTo>
                <a:cubicBezTo>
                  <a:pt x="60323" y="216586"/>
                  <a:pt x="54273" y="210537"/>
                  <a:pt x="54273" y="203050"/>
                </a:cubicBezTo>
                <a:cubicBezTo>
                  <a:pt x="54273" y="195562"/>
                  <a:pt x="60323" y="189513"/>
                  <a:pt x="67810" y="189513"/>
                </a:cubicBezTo>
                <a:lnTo>
                  <a:pt x="94883" y="189513"/>
                </a:lnTo>
                <a:lnTo>
                  <a:pt x="94883" y="158590"/>
                </a:lnTo>
                <a:cubicBezTo>
                  <a:pt x="88115" y="155333"/>
                  <a:pt x="79697" y="149284"/>
                  <a:pt x="71490" y="138158"/>
                </a:cubicBezTo>
                <a:cubicBezTo>
                  <a:pt x="63707" y="136128"/>
                  <a:pt x="55246" y="133040"/>
                  <a:pt x="46998" y="128387"/>
                </a:cubicBezTo>
                <a:cubicBezTo>
                  <a:pt x="24112" y="115569"/>
                  <a:pt x="3469" y="91415"/>
                  <a:pt x="508" y="48055"/>
                </a:cubicBezTo>
                <a:cubicBezTo>
                  <a:pt x="-296" y="36168"/>
                  <a:pt x="9391" y="27031"/>
                  <a:pt x="20432" y="27031"/>
                </a:cubicBezTo>
                <a:lnTo>
                  <a:pt x="41414" y="27031"/>
                </a:lnTo>
                <a:cubicBezTo>
                  <a:pt x="41287" y="24831"/>
                  <a:pt x="41202" y="22632"/>
                  <a:pt x="41118" y="20347"/>
                </a:cubicBezTo>
                <a:cubicBezTo>
                  <a:pt x="40695" y="9137"/>
                  <a:pt x="49832" y="-42"/>
                  <a:pt x="61042" y="-42"/>
                </a:cubicBezTo>
                <a:close/>
                <a:moveTo>
                  <a:pt x="42937" y="47378"/>
                </a:moveTo>
                <a:lnTo>
                  <a:pt x="20770" y="47378"/>
                </a:lnTo>
                <a:cubicBezTo>
                  <a:pt x="23393" y="83208"/>
                  <a:pt x="39848" y="101144"/>
                  <a:pt x="56812" y="110662"/>
                </a:cubicBezTo>
                <a:cubicBezTo>
                  <a:pt x="50720" y="94883"/>
                  <a:pt x="45686" y="74282"/>
                  <a:pt x="42937" y="47378"/>
                </a:cubicBezTo>
                <a:close/>
                <a:moveTo>
                  <a:pt x="160748" y="108632"/>
                </a:moveTo>
                <a:cubicBezTo>
                  <a:pt x="177880" y="98564"/>
                  <a:pt x="193362" y="80670"/>
                  <a:pt x="195985" y="47378"/>
                </a:cubicBezTo>
                <a:lnTo>
                  <a:pt x="173861" y="47378"/>
                </a:lnTo>
                <a:cubicBezTo>
                  <a:pt x="171238" y="73140"/>
                  <a:pt x="166501" y="93149"/>
                  <a:pt x="160748" y="10863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68" y="1474666"/>
            <a:ext cx="1705617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1302" y="2016131"/>
            <a:ext cx="5180021" cy="649759"/>
          </a:xfrm>
          <a:custGeom>
            <a:avLst/>
            <a:gdLst/>
            <a:ahLst/>
            <a:cxnLst/>
            <a:rect l="l" t="t" r="r" b="b"/>
            <a:pathLst>
              <a:path w="5180021" h="649759">
                <a:moveTo>
                  <a:pt x="108295" y="0"/>
                </a:moveTo>
                <a:lnTo>
                  <a:pt x="5071725" y="0"/>
                </a:lnTo>
                <a:cubicBezTo>
                  <a:pt x="5131535" y="0"/>
                  <a:pt x="5180021" y="48485"/>
                  <a:pt x="5180021" y="108295"/>
                </a:cubicBezTo>
                <a:lnTo>
                  <a:pt x="5180021" y="541463"/>
                </a:lnTo>
                <a:cubicBezTo>
                  <a:pt x="5180021" y="601273"/>
                  <a:pt x="5131535" y="649759"/>
                  <a:pt x="5071725" y="649759"/>
                </a:cubicBezTo>
                <a:lnTo>
                  <a:pt x="108295" y="649759"/>
                </a:lnTo>
                <a:cubicBezTo>
                  <a:pt x="48485" y="649759"/>
                  <a:pt x="0" y="601273"/>
                  <a:pt x="0" y="54146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73" dist="9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29595" y="2124424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6637889" y="2232717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33842" y="15793"/>
                </a:moveTo>
                <a:cubicBezTo>
                  <a:pt x="33842" y="7079"/>
                  <a:pt x="40920" y="0"/>
                  <a:pt x="49634" y="0"/>
                </a:cubicBezTo>
                <a:lnTo>
                  <a:pt x="56403" y="0"/>
                </a:lnTo>
                <a:cubicBezTo>
                  <a:pt x="61394" y="0"/>
                  <a:pt x="65427" y="4033"/>
                  <a:pt x="65427" y="9024"/>
                </a:cubicBezTo>
                <a:lnTo>
                  <a:pt x="65427" y="135366"/>
                </a:lnTo>
                <a:cubicBezTo>
                  <a:pt x="65427" y="140358"/>
                  <a:pt x="61394" y="144391"/>
                  <a:pt x="56403" y="144391"/>
                </a:cubicBezTo>
                <a:lnTo>
                  <a:pt x="47378" y="144391"/>
                </a:lnTo>
                <a:cubicBezTo>
                  <a:pt x="38974" y="144391"/>
                  <a:pt x="31896" y="138638"/>
                  <a:pt x="29893" y="130854"/>
                </a:cubicBezTo>
                <a:cubicBezTo>
                  <a:pt x="29696" y="130854"/>
                  <a:pt x="29527" y="130854"/>
                  <a:pt x="29329" y="130854"/>
                </a:cubicBezTo>
                <a:cubicBezTo>
                  <a:pt x="16864" y="130854"/>
                  <a:pt x="6768" y="120758"/>
                  <a:pt x="6768" y="108293"/>
                </a:cubicBezTo>
                <a:cubicBezTo>
                  <a:pt x="6768" y="103217"/>
                  <a:pt x="8460" y="98535"/>
                  <a:pt x="11281" y="94756"/>
                </a:cubicBezTo>
                <a:cubicBezTo>
                  <a:pt x="5809" y="90639"/>
                  <a:pt x="2256" y="84096"/>
                  <a:pt x="2256" y="76708"/>
                </a:cubicBezTo>
                <a:cubicBezTo>
                  <a:pt x="2256" y="67993"/>
                  <a:pt x="7220" y="60407"/>
                  <a:pt x="14439" y="56656"/>
                </a:cubicBezTo>
                <a:cubicBezTo>
                  <a:pt x="12437" y="53272"/>
                  <a:pt x="11281" y="49324"/>
                  <a:pt x="11281" y="45122"/>
                </a:cubicBezTo>
                <a:cubicBezTo>
                  <a:pt x="11281" y="32657"/>
                  <a:pt x="21377" y="22561"/>
                  <a:pt x="33842" y="22561"/>
                </a:cubicBezTo>
                <a:lnTo>
                  <a:pt x="33842" y="15793"/>
                </a:lnTo>
                <a:close/>
                <a:moveTo>
                  <a:pt x="110549" y="15793"/>
                </a:moveTo>
                <a:lnTo>
                  <a:pt x="110549" y="22561"/>
                </a:lnTo>
                <a:cubicBezTo>
                  <a:pt x="123014" y="22561"/>
                  <a:pt x="133110" y="32657"/>
                  <a:pt x="133110" y="45122"/>
                </a:cubicBezTo>
                <a:cubicBezTo>
                  <a:pt x="133110" y="49352"/>
                  <a:pt x="131954" y="53301"/>
                  <a:pt x="129952" y="56656"/>
                </a:cubicBezTo>
                <a:cubicBezTo>
                  <a:pt x="137199" y="60407"/>
                  <a:pt x="142135" y="67965"/>
                  <a:pt x="142135" y="76708"/>
                </a:cubicBezTo>
                <a:cubicBezTo>
                  <a:pt x="142135" y="84096"/>
                  <a:pt x="138581" y="90639"/>
                  <a:pt x="133110" y="94756"/>
                </a:cubicBezTo>
                <a:cubicBezTo>
                  <a:pt x="135930" y="98535"/>
                  <a:pt x="137623" y="103217"/>
                  <a:pt x="137623" y="108293"/>
                </a:cubicBezTo>
                <a:cubicBezTo>
                  <a:pt x="137623" y="120758"/>
                  <a:pt x="127526" y="130854"/>
                  <a:pt x="115061" y="130854"/>
                </a:cubicBezTo>
                <a:cubicBezTo>
                  <a:pt x="114864" y="130854"/>
                  <a:pt x="114695" y="130854"/>
                  <a:pt x="114497" y="130854"/>
                </a:cubicBezTo>
                <a:cubicBezTo>
                  <a:pt x="112495" y="138638"/>
                  <a:pt x="105417" y="144391"/>
                  <a:pt x="97013" y="144391"/>
                </a:cubicBezTo>
                <a:lnTo>
                  <a:pt x="87988" y="144391"/>
                </a:lnTo>
                <a:cubicBezTo>
                  <a:pt x="82997" y="144391"/>
                  <a:pt x="78964" y="140358"/>
                  <a:pt x="78964" y="135366"/>
                </a:cubicBezTo>
                <a:lnTo>
                  <a:pt x="78964" y="9024"/>
                </a:lnTo>
                <a:cubicBezTo>
                  <a:pt x="78964" y="4033"/>
                  <a:pt x="82997" y="0"/>
                  <a:pt x="87988" y="0"/>
                </a:cubicBezTo>
                <a:lnTo>
                  <a:pt x="94756" y="0"/>
                </a:lnTo>
                <a:cubicBezTo>
                  <a:pt x="103471" y="0"/>
                  <a:pt x="110549" y="7079"/>
                  <a:pt x="110549" y="157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998866" y="2124424"/>
            <a:ext cx="272537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Trained Models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8866" y="2341011"/>
            <a:ext cx="272537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.h5 format for eye, face, and nail detection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1302" y="2774183"/>
            <a:ext cx="5180021" cy="649759"/>
          </a:xfrm>
          <a:custGeom>
            <a:avLst/>
            <a:gdLst/>
            <a:ahLst/>
            <a:cxnLst/>
            <a:rect l="l" t="t" r="r" b="b"/>
            <a:pathLst>
              <a:path w="5180021" h="649759">
                <a:moveTo>
                  <a:pt x="108295" y="0"/>
                </a:moveTo>
                <a:lnTo>
                  <a:pt x="5071725" y="0"/>
                </a:lnTo>
                <a:cubicBezTo>
                  <a:pt x="5131535" y="0"/>
                  <a:pt x="5180021" y="48485"/>
                  <a:pt x="5180021" y="108295"/>
                </a:cubicBezTo>
                <a:lnTo>
                  <a:pt x="5180021" y="541463"/>
                </a:lnTo>
                <a:cubicBezTo>
                  <a:pt x="5180021" y="601273"/>
                  <a:pt x="5131535" y="649759"/>
                  <a:pt x="5071725" y="649759"/>
                </a:cubicBezTo>
                <a:lnTo>
                  <a:pt x="108295" y="649759"/>
                </a:lnTo>
                <a:cubicBezTo>
                  <a:pt x="48485" y="649759"/>
                  <a:pt x="0" y="601273"/>
                  <a:pt x="0" y="54146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73" dist="9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29595" y="2882476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6646913" y="2990769"/>
            <a:ext cx="126342" cy="144391"/>
          </a:xfrm>
          <a:custGeom>
            <a:avLst/>
            <a:gdLst/>
            <a:ahLst/>
            <a:cxnLst/>
            <a:rect l="l" t="t" r="r" b="b"/>
            <a:pathLst>
              <a:path w="126342" h="144391">
                <a:moveTo>
                  <a:pt x="18049" y="9024"/>
                </a:moveTo>
                <a:cubicBezTo>
                  <a:pt x="8094" y="9024"/>
                  <a:pt x="0" y="17118"/>
                  <a:pt x="0" y="27073"/>
                </a:cubicBezTo>
                <a:lnTo>
                  <a:pt x="0" y="45122"/>
                </a:lnTo>
                <a:cubicBezTo>
                  <a:pt x="0" y="55077"/>
                  <a:pt x="8094" y="63171"/>
                  <a:pt x="18049" y="63171"/>
                </a:cubicBezTo>
                <a:lnTo>
                  <a:pt x="108293" y="63171"/>
                </a:lnTo>
                <a:cubicBezTo>
                  <a:pt x="118248" y="63171"/>
                  <a:pt x="126342" y="55077"/>
                  <a:pt x="126342" y="45122"/>
                </a:cubicBezTo>
                <a:lnTo>
                  <a:pt x="126342" y="27073"/>
                </a:lnTo>
                <a:cubicBezTo>
                  <a:pt x="126342" y="17118"/>
                  <a:pt x="118248" y="9024"/>
                  <a:pt x="108293" y="9024"/>
                </a:cubicBezTo>
                <a:lnTo>
                  <a:pt x="18049" y="9024"/>
                </a:lnTo>
                <a:close/>
                <a:moveTo>
                  <a:pt x="78964" y="29329"/>
                </a:moveTo>
                <a:cubicBezTo>
                  <a:pt x="82699" y="29329"/>
                  <a:pt x="85732" y="32362"/>
                  <a:pt x="85732" y="36098"/>
                </a:cubicBezTo>
                <a:cubicBezTo>
                  <a:pt x="85732" y="39833"/>
                  <a:pt x="82699" y="42866"/>
                  <a:pt x="78964" y="42866"/>
                </a:cubicBezTo>
                <a:cubicBezTo>
                  <a:pt x="75228" y="42866"/>
                  <a:pt x="72195" y="39833"/>
                  <a:pt x="72195" y="36098"/>
                </a:cubicBezTo>
                <a:cubicBezTo>
                  <a:pt x="72195" y="32362"/>
                  <a:pt x="75228" y="29329"/>
                  <a:pt x="78964" y="29329"/>
                </a:cubicBezTo>
                <a:close/>
                <a:moveTo>
                  <a:pt x="94756" y="36098"/>
                </a:moveTo>
                <a:cubicBezTo>
                  <a:pt x="94756" y="32362"/>
                  <a:pt x="97789" y="29329"/>
                  <a:pt x="101525" y="29329"/>
                </a:cubicBezTo>
                <a:cubicBezTo>
                  <a:pt x="105260" y="29329"/>
                  <a:pt x="108293" y="32362"/>
                  <a:pt x="108293" y="36098"/>
                </a:cubicBezTo>
                <a:cubicBezTo>
                  <a:pt x="108293" y="39833"/>
                  <a:pt x="105260" y="42866"/>
                  <a:pt x="101525" y="42866"/>
                </a:cubicBezTo>
                <a:cubicBezTo>
                  <a:pt x="97789" y="42866"/>
                  <a:pt x="94756" y="39833"/>
                  <a:pt x="94756" y="36098"/>
                </a:cubicBezTo>
                <a:close/>
                <a:moveTo>
                  <a:pt x="18049" y="81220"/>
                </a:moveTo>
                <a:cubicBezTo>
                  <a:pt x="8094" y="81220"/>
                  <a:pt x="0" y="89314"/>
                  <a:pt x="0" y="99269"/>
                </a:cubicBezTo>
                <a:lnTo>
                  <a:pt x="0" y="117318"/>
                </a:lnTo>
                <a:cubicBezTo>
                  <a:pt x="0" y="127273"/>
                  <a:pt x="8094" y="135366"/>
                  <a:pt x="18049" y="135366"/>
                </a:cubicBezTo>
                <a:lnTo>
                  <a:pt x="108293" y="135366"/>
                </a:lnTo>
                <a:cubicBezTo>
                  <a:pt x="118248" y="135366"/>
                  <a:pt x="126342" y="127273"/>
                  <a:pt x="126342" y="117318"/>
                </a:cubicBezTo>
                <a:lnTo>
                  <a:pt x="126342" y="99269"/>
                </a:lnTo>
                <a:cubicBezTo>
                  <a:pt x="126342" y="89314"/>
                  <a:pt x="118248" y="81220"/>
                  <a:pt x="108293" y="81220"/>
                </a:cubicBezTo>
                <a:lnTo>
                  <a:pt x="18049" y="81220"/>
                </a:lnTo>
                <a:close/>
                <a:moveTo>
                  <a:pt x="78964" y="101525"/>
                </a:moveTo>
                <a:cubicBezTo>
                  <a:pt x="82699" y="101525"/>
                  <a:pt x="85732" y="104558"/>
                  <a:pt x="85732" y="108293"/>
                </a:cubicBezTo>
                <a:cubicBezTo>
                  <a:pt x="85732" y="112029"/>
                  <a:pt x="82699" y="115061"/>
                  <a:pt x="78964" y="115061"/>
                </a:cubicBezTo>
                <a:cubicBezTo>
                  <a:pt x="75228" y="115061"/>
                  <a:pt x="72195" y="112029"/>
                  <a:pt x="72195" y="108293"/>
                </a:cubicBezTo>
                <a:cubicBezTo>
                  <a:pt x="72195" y="104558"/>
                  <a:pt x="75228" y="101525"/>
                  <a:pt x="78964" y="101525"/>
                </a:cubicBezTo>
                <a:close/>
                <a:moveTo>
                  <a:pt x="94756" y="108293"/>
                </a:moveTo>
                <a:cubicBezTo>
                  <a:pt x="94756" y="104558"/>
                  <a:pt x="97789" y="101525"/>
                  <a:pt x="101525" y="101525"/>
                </a:cubicBezTo>
                <a:cubicBezTo>
                  <a:pt x="105260" y="101525"/>
                  <a:pt x="108293" y="104558"/>
                  <a:pt x="108293" y="108293"/>
                </a:cubicBezTo>
                <a:cubicBezTo>
                  <a:pt x="108293" y="112029"/>
                  <a:pt x="105260" y="115061"/>
                  <a:pt x="101525" y="115061"/>
                </a:cubicBezTo>
                <a:cubicBezTo>
                  <a:pt x="97789" y="115061"/>
                  <a:pt x="94756" y="112029"/>
                  <a:pt x="94756" y="1082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998866" y="2882476"/>
            <a:ext cx="242757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REST API Backend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8866" y="3099062"/>
            <a:ext cx="242757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endpoints for each module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21302" y="3532235"/>
            <a:ext cx="5180021" cy="649759"/>
          </a:xfrm>
          <a:custGeom>
            <a:avLst/>
            <a:gdLst/>
            <a:ahLst/>
            <a:cxnLst/>
            <a:rect l="l" t="t" r="r" b="b"/>
            <a:pathLst>
              <a:path w="5180021" h="649759">
                <a:moveTo>
                  <a:pt x="108295" y="0"/>
                </a:moveTo>
                <a:lnTo>
                  <a:pt x="5071725" y="0"/>
                </a:lnTo>
                <a:cubicBezTo>
                  <a:pt x="5131535" y="0"/>
                  <a:pt x="5180021" y="48485"/>
                  <a:pt x="5180021" y="108295"/>
                </a:cubicBezTo>
                <a:lnTo>
                  <a:pt x="5180021" y="541463"/>
                </a:lnTo>
                <a:cubicBezTo>
                  <a:pt x="5180021" y="601273"/>
                  <a:pt x="5131535" y="649759"/>
                  <a:pt x="5071725" y="649759"/>
                </a:cubicBezTo>
                <a:lnTo>
                  <a:pt x="108295" y="649759"/>
                </a:lnTo>
                <a:cubicBezTo>
                  <a:pt x="48485" y="649759"/>
                  <a:pt x="0" y="601273"/>
                  <a:pt x="0" y="54146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73" dist="9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29595" y="3640528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6637889" y="3748821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8049" y="9024"/>
                </a:moveTo>
                <a:cubicBezTo>
                  <a:pt x="8094" y="9024"/>
                  <a:pt x="0" y="17118"/>
                  <a:pt x="0" y="27073"/>
                </a:cubicBezTo>
                <a:lnTo>
                  <a:pt x="0" y="99269"/>
                </a:lnTo>
                <a:cubicBezTo>
                  <a:pt x="0" y="109224"/>
                  <a:pt x="8094" y="117318"/>
                  <a:pt x="18049" y="117318"/>
                </a:cubicBezTo>
                <a:lnTo>
                  <a:pt x="58659" y="117318"/>
                </a:lnTo>
                <a:lnTo>
                  <a:pt x="54147" y="130854"/>
                </a:lnTo>
                <a:lnTo>
                  <a:pt x="33842" y="130854"/>
                </a:lnTo>
                <a:cubicBezTo>
                  <a:pt x="30091" y="130854"/>
                  <a:pt x="27073" y="133872"/>
                  <a:pt x="27073" y="137623"/>
                </a:cubicBezTo>
                <a:cubicBezTo>
                  <a:pt x="27073" y="141373"/>
                  <a:pt x="30091" y="144391"/>
                  <a:pt x="33842" y="144391"/>
                </a:cubicBezTo>
                <a:lnTo>
                  <a:pt x="110549" y="144391"/>
                </a:lnTo>
                <a:cubicBezTo>
                  <a:pt x="114300" y="144391"/>
                  <a:pt x="117318" y="141373"/>
                  <a:pt x="117318" y="137623"/>
                </a:cubicBezTo>
                <a:cubicBezTo>
                  <a:pt x="117318" y="133872"/>
                  <a:pt x="114300" y="130854"/>
                  <a:pt x="110549" y="130854"/>
                </a:cubicBezTo>
                <a:lnTo>
                  <a:pt x="90244" y="130854"/>
                </a:lnTo>
                <a:lnTo>
                  <a:pt x="85732" y="117318"/>
                </a:lnTo>
                <a:lnTo>
                  <a:pt x="126342" y="117318"/>
                </a:lnTo>
                <a:cubicBezTo>
                  <a:pt x="136297" y="117318"/>
                  <a:pt x="144391" y="109224"/>
                  <a:pt x="144391" y="99269"/>
                </a:cubicBezTo>
                <a:lnTo>
                  <a:pt x="144391" y="27073"/>
                </a:lnTo>
                <a:cubicBezTo>
                  <a:pt x="144391" y="17118"/>
                  <a:pt x="136297" y="9024"/>
                  <a:pt x="126342" y="9024"/>
                </a:cubicBezTo>
                <a:lnTo>
                  <a:pt x="18049" y="9024"/>
                </a:lnTo>
                <a:close/>
                <a:moveTo>
                  <a:pt x="27073" y="27073"/>
                </a:moveTo>
                <a:lnTo>
                  <a:pt x="117318" y="27073"/>
                </a:lnTo>
                <a:cubicBezTo>
                  <a:pt x="122309" y="27073"/>
                  <a:pt x="126342" y="31106"/>
                  <a:pt x="126342" y="36098"/>
                </a:cubicBezTo>
                <a:lnTo>
                  <a:pt x="126342" y="81220"/>
                </a:lnTo>
                <a:cubicBezTo>
                  <a:pt x="126342" y="86211"/>
                  <a:pt x="122309" y="90244"/>
                  <a:pt x="117318" y="90244"/>
                </a:cubicBezTo>
                <a:lnTo>
                  <a:pt x="27073" y="90244"/>
                </a:lnTo>
                <a:cubicBezTo>
                  <a:pt x="22082" y="90244"/>
                  <a:pt x="18049" y="86211"/>
                  <a:pt x="18049" y="81220"/>
                </a:cubicBezTo>
                <a:lnTo>
                  <a:pt x="18049" y="36098"/>
                </a:lnTo>
                <a:cubicBezTo>
                  <a:pt x="18049" y="31106"/>
                  <a:pt x="22082" y="27073"/>
                  <a:pt x="27073" y="270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98866" y="3640528"/>
            <a:ext cx="286074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Web Application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98866" y="3857114"/>
            <a:ext cx="286074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and upload support with SPA design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21302" y="4290287"/>
            <a:ext cx="5180021" cy="649759"/>
          </a:xfrm>
          <a:custGeom>
            <a:avLst/>
            <a:gdLst/>
            <a:ahLst/>
            <a:cxnLst/>
            <a:rect l="l" t="t" r="r" b="b"/>
            <a:pathLst>
              <a:path w="5180021" h="649759">
                <a:moveTo>
                  <a:pt x="108295" y="0"/>
                </a:moveTo>
                <a:lnTo>
                  <a:pt x="5071725" y="0"/>
                </a:lnTo>
                <a:cubicBezTo>
                  <a:pt x="5131535" y="0"/>
                  <a:pt x="5180021" y="48485"/>
                  <a:pt x="5180021" y="108295"/>
                </a:cubicBezTo>
                <a:lnTo>
                  <a:pt x="5180021" y="541463"/>
                </a:lnTo>
                <a:cubicBezTo>
                  <a:pt x="5180021" y="601273"/>
                  <a:pt x="5131535" y="649759"/>
                  <a:pt x="5071725" y="649759"/>
                </a:cubicBezTo>
                <a:lnTo>
                  <a:pt x="108295" y="649759"/>
                </a:lnTo>
                <a:cubicBezTo>
                  <a:pt x="48485" y="649759"/>
                  <a:pt x="0" y="601273"/>
                  <a:pt x="0" y="54146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73" dist="9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29595" y="4398580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6646913" y="4506873"/>
            <a:ext cx="126342" cy="144391"/>
          </a:xfrm>
          <a:custGeom>
            <a:avLst/>
            <a:gdLst/>
            <a:ahLst/>
            <a:cxnLst/>
            <a:rect l="l" t="t" r="r" b="b"/>
            <a:pathLst>
              <a:path w="126342" h="144391">
                <a:moveTo>
                  <a:pt x="126342" y="58038"/>
                </a:moveTo>
                <a:cubicBezTo>
                  <a:pt x="122168" y="60802"/>
                  <a:pt x="117374" y="63030"/>
                  <a:pt x="112382" y="64807"/>
                </a:cubicBezTo>
                <a:cubicBezTo>
                  <a:pt x="99128" y="69544"/>
                  <a:pt x="81727" y="72195"/>
                  <a:pt x="63171" y="72195"/>
                </a:cubicBezTo>
                <a:cubicBezTo>
                  <a:pt x="44615" y="72195"/>
                  <a:pt x="27186" y="69516"/>
                  <a:pt x="13960" y="64807"/>
                </a:cubicBezTo>
                <a:cubicBezTo>
                  <a:pt x="8996" y="63030"/>
                  <a:pt x="4174" y="60802"/>
                  <a:pt x="0" y="58038"/>
                </a:cubicBezTo>
                <a:lnTo>
                  <a:pt x="0" y="81220"/>
                </a:lnTo>
                <a:cubicBezTo>
                  <a:pt x="0" y="93685"/>
                  <a:pt x="28286" y="103781"/>
                  <a:pt x="63171" y="103781"/>
                </a:cubicBezTo>
                <a:cubicBezTo>
                  <a:pt x="98056" y="103781"/>
                  <a:pt x="126342" y="93685"/>
                  <a:pt x="126342" y="81220"/>
                </a:cubicBezTo>
                <a:lnTo>
                  <a:pt x="126342" y="58038"/>
                </a:lnTo>
                <a:close/>
                <a:moveTo>
                  <a:pt x="126342" y="36098"/>
                </a:moveTo>
                <a:lnTo>
                  <a:pt x="126342" y="22561"/>
                </a:lnTo>
                <a:cubicBezTo>
                  <a:pt x="126342" y="10096"/>
                  <a:pt x="98056" y="0"/>
                  <a:pt x="63171" y="0"/>
                </a:cubicBezTo>
                <a:cubicBezTo>
                  <a:pt x="28286" y="0"/>
                  <a:pt x="0" y="10096"/>
                  <a:pt x="0" y="22561"/>
                </a:cubicBezTo>
                <a:lnTo>
                  <a:pt x="0" y="36098"/>
                </a:lnTo>
                <a:cubicBezTo>
                  <a:pt x="0" y="48563"/>
                  <a:pt x="28286" y="58659"/>
                  <a:pt x="63171" y="58659"/>
                </a:cubicBezTo>
                <a:cubicBezTo>
                  <a:pt x="98056" y="58659"/>
                  <a:pt x="126342" y="48563"/>
                  <a:pt x="126342" y="36098"/>
                </a:cubicBezTo>
                <a:close/>
                <a:moveTo>
                  <a:pt x="112382" y="109929"/>
                </a:moveTo>
                <a:cubicBezTo>
                  <a:pt x="99156" y="114638"/>
                  <a:pt x="81756" y="117318"/>
                  <a:pt x="63171" y="117318"/>
                </a:cubicBezTo>
                <a:cubicBezTo>
                  <a:pt x="44586" y="117318"/>
                  <a:pt x="27186" y="114638"/>
                  <a:pt x="13960" y="109929"/>
                </a:cubicBezTo>
                <a:cubicBezTo>
                  <a:pt x="8996" y="108152"/>
                  <a:pt x="4174" y="105924"/>
                  <a:pt x="0" y="103160"/>
                </a:cubicBezTo>
                <a:lnTo>
                  <a:pt x="0" y="121830"/>
                </a:lnTo>
                <a:cubicBezTo>
                  <a:pt x="0" y="134295"/>
                  <a:pt x="28286" y="144391"/>
                  <a:pt x="63171" y="144391"/>
                </a:cubicBezTo>
                <a:cubicBezTo>
                  <a:pt x="98056" y="144391"/>
                  <a:pt x="126342" y="134295"/>
                  <a:pt x="126342" y="121830"/>
                </a:cubicBezTo>
                <a:lnTo>
                  <a:pt x="126342" y="103160"/>
                </a:lnTo>
                <a:cubicBezTo>
                  <a:pt x="122168" y="105924"/>
                  <a:pt x="117374" y="108152"/>
                  <a:pt x="112382" y="1099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998866" y="4398580"/>
            <a:ext cx="249976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 Information Database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98866" y="4615166"/>
            <a:ext cx="249976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info on 20+ conditions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21302" y="5048338"/>
            <a:ext cx="5180021" cy="649759"/>
          </a:xfrm>
          <a:custGeom>
            <a:avLst/>
            <a:gdLst/>
            <a:ahLst/>
            <a:cxnLst/>
            <a:rect l="l" t="t" r="r" b="b"/>
            <a:pathLst>
              <a:path w="5180021" h="649759">
                <a:moveTo>
                  <a:pt x="108295" y="0"/>
                </a:moveTo>
                <a:lnTo>
                  <a:pt x="5071725" y="0"/>
                </a:lnTo>
                <a:cubicBezTo>
                  <a:pt x="5131535" y="0"/>
                  <a:pt x="5180021" y="48485"/>
                  <a:pt x="5180021" y="108295"/>
                </a:cubicBezTo>
                <a:lnTo>
                  <a:pt x="5180021" y="541463"/>
                </a:lnTo>
                <a:cubicBezTo>
                  <a:pt x="5180021" y="601273"/>
                  <a:pt x="5131535" y="649759"/>
                  <a:pt x="5071725" y="649759"/>
                </a:cubicBezTo>
                <a:lnTo>
                  <a:pt x="108295" y="649759"/>
                </a:lnTo>
                <a:cubicBezTo>
                  <a:pt x="48485" y="649759"/>
                  <a:pt x="0" y="601273"/>
                  <a:pt x="0" y="54146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73" dist="9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529595" y="5156632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53" name="Shape 51"/>
          <p:cNvSpPr/>
          <p:nvPr/>
        </p:nvSpPr>
        <p:spPr>
          <a:xfrm>
            <a:off x="6637889" y="5264925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12382" y="3441"/>
                </a:moveTo>
                <a:lnTo>
                  <a:pt x="87509" y="28314"/>
                </a:lnTo>
                <a:lnTo>
                  <a:pt x="116077" y="56882"/>
                </a:lnTo>
                <a:lnTo>
                  <a:pt x="140950" y="32009"/>
                </a:lnTo>
                <a:cubicBezTo>
                  <a:pt x="143150" y="29781"/>
                  <a:pt x="144391" y="26791"/>
                  <a:pt x="144391" y="23689"/>
                </a:cubicBezTo>
                <a:cubicBezTo>
                  <a:pt x="144391" y="20587"/>
                  <a:pt x="143150" y="17598"/>
                  <a:pt x="140950" y="15370"/>
                </a:cubicBezTo>
                <a:lnTo>
                  <a:pt x="129021" y="3441"/>
                </a:lnTo>
                <a:cubicBezTo>
                  <a:pt x="126793" y="1241"/>
                  <a:pt x="123804" y="0"/>
                  <a:pt x="120702" y="0"/>
                </a:cubicBezTo>
                <a:cubicBezTo>
                  <a:pt x="117600" y="0"/>
                  <a:pt x="114610" y="1241"/>
                  <a:pt x="112382" y="3441"/>
                </a:cubicBezTo>
                <a:close/>
                <a:moveTo>
                  <a:pt x="77948" y="37874"/>
                </a:moveTo>
                <a:lnTo>
                  <a:pt x="3441" y="112382"/>
                </a:lnTo>
                <a:cubicBezTo>
                  <a:pt x="1241" y="114610"/>
                  <a:pt x="0" y="117600"/>
                  <a:pt x="0" y="120702"/>
                </a:cubicBezTo>
                <a:cubicBezTo>
                  <a:pt x="0" y="123804"/>
                  <a:pt x="1241" y="126793"/>
                  <a:pt x="3441" y="129021"/>
                </a:cubicBezTo>
                <a:lnTo>
                  <a:pt x="15370" y="140950"/>
                </a:lnTo>
                <a:cubicBezTo>
                  <a:pt x="17598" y="143150"/>
                  <a:pt x="20587" y="144391"/>
                  <a:pt x="23689" y="144391"/>
                </a:cubicBezTo>
                <a:cubicBezTo>
                  <a:pt x="26791" y="144391"/>
                  <a:pt x="29781" y="143150"/>
                  <a:pt x="32009" y="140950"/>
                </a:cubicBezTo>
                <a:lnTo>
                  <a:pt x="106516" y="66442"/>
                </a:lnTo>
                <a:lnTo>
                  <a:pt x="77948" y="3787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998866" y="5156632"/>
            <a:ext cx="241854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Enhancement Pipeline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98866" y="5373218"/>
            <a:ext cx="241854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Denoising and contrast normalization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21302" y="5806390"/>
            <a:ext cx="5180021" cy="649759"/>
          </a:xfrm>
          <a:custGeom>
            <a:avLst/>
            <a:gdLst/>
            <a:ahLst/>
            <a:cxnLst/>
            <a:rect l="l" t="t" r="r" b="b"/>
            <a:pathLst>
              <a:path w="5180021" h="649759">
                <a:moveTo>
                  <a:pt x="108295" y="0"/>
                </a:moveTo>
                <a:lnTo>
                  <a:pt x="5071725" y="0"/>
                </a:lnTo>
                <a:cubicBezTo>
                  <a:pt x="5131535" y="0"/>
                  <a:pt x="5180021" y="48485"/>
                  <a:pt x="5180021" y="108295"/>
                </a:cubicBezTo>
                <a:lnTo>
                  <a:pt x="5180021" y="541463"/>
                </a:lnTo>
                <a:cubicBezTo>
                  <a:pt x="5180021" y="601273"/>
                  <a:pt x="5131535" y="649759"/>
                  <a:pt x="5071725" y="649759"/>
                </a:cubicBezTo>
                <a:lnTo>
                  <a:pt x="108295" y="649759"/>
                </a:lnTo>
                <a:cubicBezTo>
                  <a:pt x="48485" y="649759"/>
                  <a:pt x="0" y="601273"/>
                  <a:pt x="0" y="54146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73" dist="9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529595" y="591468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6655937" y="6022976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0" y="18049"/>
                </a:moveTo>
                <a:cubicBezTo>
                  <a:pt x="0" y="8094"/>
                  <a:pt x="8094" y="0"/>
                  <a:pt x="18049" y="0"/>
                </a:cubicBezTo>
                <a:lnTo>
                  <a:pt x="60210" y="0"/>
                </a:lnTo>
                <a:cubicBezTo>
                  <a:pt x="65004" y="0"/>
                  <a:pt x="69601" y="1889"/>
                  <a:pt x="72985" y="5274"/>
                </a:cubicBezTo>
                <a:lnTo>
                  <a:pt x="103019" y="35336"/>
                </a:lnTo>
                <a:cubicBezTo>
                  <a:pt x="106404" y="38720"/>
                  <a:pt x="108293" y="43317"/>
                  <a:pt x="108293" y="48111"/>
                </a:cubicBezTo>
                <a:lnTo>
                  <a:pt x="108293" y="126342"/>
                </a:lnTo>
                <a:cubicBezTo>
                  <a:pt x="108293" y="136297"/>
                  <a:pt x="100199" y="144391"/>
                  <a:pt x="90244" y="144391"/>
                </a:cubicBezTo>
                <a:lnTo>
                  <a:pt x="18049" y="144391"/>
                </a:lnTo>
                <a:cubicBezTo>
                  <a:pt x="8094" y="144391"/>
                  <a:pt x="0" y="136297"/>
                  <a:pt x="0" y="126342"/>
                </a:cubicBezTo>
                <a:lnTo>
                  <a:pt x="0" y="18049"/>
                </a:lnTo>
                <a:close/>
                <a:moveTo>
                  <a:pt x="58659" y="16498"/>
                </a:moveTo>
                <a:lnTo>
                  <a:pt x="58659" y="42866"/>
                </a:lnTo>
                <a:cubicBezTo>
                  <a:pt x="58659" y="46617"/>
                  <a:pt x="61676" y="49634"/>
                  <a:pt x="65427" y="49634"/>
                </a:cubicBezTo>
                <a:lnTo>
                  <a:pt x="91795" y="49634"/>
                </a:lnTo>
                <a:lnTo>
                  <a:pt x="58659" y="16498"/>
                </a:lnTo>
                <a:close/>
                <a:moveTo>
                  <a:pt x="33842" y="72195"/>
                </a:moveTo>
                <a:cubicBezTo>
                  <a:pt x="30091" y="72195"/>
                  <a:pt x="27073" y="75213"/>
                  <a:pt x="27073" y="78964"/>
                </a:cubicBezTo>
                <a:cubicBezTo>
                  <a:pt x="27073" y="82715"/>
                  <a:pt x="30091" y="85732"/>
                  <a:pt x="33842" y="85732"/>
                </a:cubicBezTo>
                <a:lnTo>
                  <a:pt x="74452" y="85732"/>
                </a:lnTo>
                <a:cubicBezTo>
                  <a:pt x="78202" y="85732"/>
                  <a:pt x="81220" y="82715"/>
                  <a:pt x="81220" y="78964"/>
                </a:cubicBezTo>
                <a:cubicBezTo>
                  <a:pt x="81220" y="75213"/>
                  <a:pt x="78202" y="72195"/>
                  <a:pt x="74452" y="72195"/>
                </a:cubicBezTo>
                <a:lnTo>
                  <a:pt x="33842" y="72195"/>
                </a:lnTo>
                <a:close/>
                <a:moveTo>
                  <a:pt x="33842" y="99269"/>
                </a:moveTo>
                <a:cubicBezTo>
                  <a:pt x="30091" y="99269"/>
                  <a:pt x="27073" y="102286"/>
                  <a:pt x="27073" y="106037"/>
                </a:cubicBezTo>
                <a:cubicBezTo>
                  <a:pt x="27073" y="109788"/>
                  <a:pt x="30091" y="112805"/>
                  <a:pt x="33842" y="112805"/>
                </a:cubicBezTo>
                <a:lnTo>
                  <a:pt x="74452" y="112805"/>
                </a:lnTo>
                <a:cubicBezTo>
                  <a:pt x="78202" y="112805"/>
                  <a:pt x="81220" y="109788"/>
                  <a:pt x="81220" y="106037"/>
                </a:cubicBezTo>
                <a:cubicBezTo>
                  <a:pt x="81220" y="102286"/>
                  <a:pt x="78202" y="99269"/>
                  <a:pt x="74452" y="99269"/>
                </a:cubicBezTo>
                <a:lnTo>
                  <a:pt x="33842" y="99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998866" y="5914683"/>
            <a:ext cx="276147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Documentation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98866" y="6131270"/>
            <a:ext cx="276147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report and deployment instructions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42900"/>
                </a:lnTo>
                <a:cubicBezTo>
                  <a:pt x="76200" y="363928"/>
                  <a:pt x="59128" y="381000"/>
                  <a:pt x="381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four-step pipeline from image capture to clinical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09700"/>
            <a:ext cx="2743200" cy="4000500"/>
          </a:xfrm>
          <a:custGeom>
            <a:avLst/>
            <a:gdLst/>
            <a:ahLst/>
            <a:cxnLst/>
            <a:rect l="l" t="t" r="r" b="b"/>
            <a:pathLst>
              <a:path w="2743200" h="4000500">
                <a:moveTo>
                  <a:pt x="152412" y="0"/>
                </a:moveTo>
                <a:lnTo>
                  <a:pt x="2590788" y="0"/>
                </a:lnTo>
                <a:cubicBezTo>
                  <a:pt x="2674963" y="0"/>
                  <a:pt x="2743200" y="68237"/>
                  <a:pt x="2743200" y="152412"/>
                </a:cubicBezTo>
                <a:lnTo>
                  <a:pt x="2743200" y="3848088"/>
                </a:lnTo>
                <a:cubicBezTo>
                  <a:pt x="2743200" y="3932263"/>
                  <a:pt x="2674963" y="4000500"/>
                  <a:pt x="2590788" y="4000500"/>
                </a:cubicBezTo>
                <a:lnTo>
                  <a:pt x="152412" y="4000500"/>
                </a:lnTo>
                <a:cubicBezTo>
                  <a:pt x="68237" y="4000500"/>
                  <a:pt x="0" y="3932263"/>
                  <a:pt x="0" y="38480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715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0575" y="1695450"/>
            <a:ext cx="23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7938" y="16954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9856" y="43398"/>
                </a:moveTo>
                <a:lnTo>
                  <a:pt x="92891" y="64294"/>
                </a:lnTo>
                <a:lnTo>
                  <a:pt x="42863" y="64294"/>
                </a:lnTo>
                <a:cubicBezTo>
                  <a:pt x="19221" y="64294"/>
                  <a:pt x="0" y="83515"/>
                  <a:pt x="0" y="107156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300038" y="321469"/>
                </a:lnTo>
                <a:cubicBezTo>
                  <a:pt x="323679" y="321469"/>
                  <a:pt x="342900" y="302248"/>
                  <a:pt x="342900" y="278606"/>
                </a:cubicBezTo>
                <a:lnTo>
                  <a:pt x="342900" y="107156"/>
                </a:lnTo>
                <a:cubicBezTo>
                  <a:pt x="342900" y="83515"/>
                  <a:pt x="323679" y="64294"/>
                  <a:pt x="300038" y="64294"/>
                </a:cubicBezTo>
                <a:lnTo>
                  <a:pt x="250009" y="64294"/>
                </a:lnTo>
                <a:lnTo>
                  <a:pt x="243044" y="43398"/>
                </a:lnTo>
                <a:cubicBezTo>
                  <a:pt x="238691" y="30272"/>
                  <a:pt x="226435" y="21431"/>
                  <a:pt x="212571" y="21431"/>
                </a:cubicBezTo>
                <a:lnTo>
                  <a:pt x="130329" y="21431"/>
                </a:lnTo>
                <a:cubicBezTo>
                  <a:pt x="116465" y="21431"/>
                  <a:pt x="104209" y="30272"/>
                  <a:pt x="99856" y="43398"/>
                </a:cubicBezTo>
                <a:close/>
                <a:moveTo>
                  <a:pt x="171450" y="128588"/>
                </a:moveTo>
                <a:cubicBezTo>
                  <a:pt x="206935" y="128588"/>
                  <a:pt x="235744" y="157397"/>
                  <a:pt x="235744" y="192881"/>
                </a:cubicBezTo>
                <a:cubicBezTo>
                  <a:pt x="235744" y="228366"/>
                  <a:pt x="206935" y="257175"/>
                  <a:pt x="171450" y="257175"/>
                </a:cubicBezTo>
                <a:cubicBezTo>
                  <a:pt x="135965" y="257175"/>
                  <a:pt x="107156" y="228366"/>
                  <a:pt x="107156" y="192881"/>
                </a:cubicBezTo>
                <a:cubicBezTo>
                  <a:pt x="107156" y="157397"/>
                  <a:pt x="135965" y="128588"/>
                  <a:pt x="171450" y="128588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2286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or Upload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705100"/>
            <a:ext cx="2438400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your device camera with </a:t>
            </a: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guide overlay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upload a photo of the eye, face, or nail for analysis.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8339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05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9150" y="49911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camera support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76600" y="1409700"/>
            <a:ext cx="2743200" cy="4000500"/>
          </a:xfrm>
          <a:custGeom>
            <a:avLst/>
            <a:gdLst/>
            <a:ahLst/>
            <a:cxnLst/>
            <a:rect l="l" t="t" r="r" b="b"/>
            <a:pathLst>
              <a:path w="2743200" h="4000500">
                <a:moveTo>
                  <a:pt x="152412" y="0"/>
                </a:moveTo>
                <a:lnTo>
                  <a:pt x="2590788" y="0"/>
                </a:lnTo>
                <a:cubicBezTo>
                  <a:pt x="2674963" y="0"/>
                  <a:pt x="2743200" y="68237"/>
                  <a:pt x="2743200" y="152412"/>
                </a:cubicBezTo>
                <a:lnTo>
                  <a:pt x="2743200" y="3848088"/>
                </a:lnTo>
                <a:cubicBezTo>
                  <a:pt x="2743200" y="3932263"/>
                  <a:pt x="2674963" y="4000500"/>
                  <a:pt x="2590788" y="4000500"/>
                </a:cubicBezTo>
                <a:lnTo>
                  <a:pt x="152412" y="4000500"/>
                </a:lnTo>
                <a:cubicBezTo>
                  <a:pt x="68237" y="4000500"/>
                  <a:pt x="0" y="3932263"/>
                  <a:pt x="0" y="38480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34671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62362" y="1695450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3538" y="16954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78606" y="139303"/>
                </a:moveTo>
                <a:cubicBezTo>
                  <a:pt x="278606" y="170044"/>
                  <a:pt x="268627" y="198440"/>
                  <a:pt x="251817" y="221479"/>
                </a:cubicBezTo>
                <a:lnTo>
                  <a:pt x="336605" y="306333"/>
                </a:lnTo>
                <a:cubicBezTo>
                  <a:pt x="344976" y="314705"/>
                  <a:pt x="344976" y="328300"/>
                  <a:pt x="336605" y="336672"/>
                </a:cubicBezTo>
                <a:cubicBezTo>
                  <a:pt x="328233" y="345043"/>
                  <a:pt x="314638" y="345043"/>
                  <a:pt x="306266" y="336672"/>
                </a:cubicBezTo>
                <a:lnTo>
                  <a:pt x="221479" y="251817"/>
                </a:lnTo>
                <a:cubicBezTo>
                  <a:pt x="198440" y="268627"/>
                  <a:pt x="170044" y="278606"/>
                  <a:pt x="139303" y="278606"/>
                </a:cubicBezTo>
                <a:cubicBezTo>
                  <a:pt x="62352" y="278606"/>
                  <a:pt x="0" y="216255"/>
                  <a:pt x="0" y="139303"/>
                </a:cubicBezTo>
                <a:cubicBezTo>
                  <a:pt x="0" y="62352"/>
                  <a:pt x="62352" y="0"/>
                  <a:pt x="139303" y="0"/>
                </a:cubicBezTo>
                <a:cubicBezTo>
                  <a:pt x="216255" y="0"/>
                  <a:pt x="278606" y="62352"/>
                  <a:pt x="278606" y="139303"/>
                </a:cubicBezTo>
                <a:close/>
                <a:moveTo>
                  <a:pt x="139303" y="235744"/>
                </a:moveTo>
                <a:cubicBezTo>
                  <a:pt x="192530" y="235744"/>
                  <a:pt x="235744" y="192530"/>
                  <a:pt x="235744" y="139303"/>
                </a:cubicBezTo>
                <a:cubicBezTo>
                  <a:pt x="235744" y="86076"/>
                  <a:pt x="192530" y="42863"/>
                  <a:pt x="139303" y="42863"/>
                </a:cubicBezTo>
                <a:cubicBezTo>
                  <a:pt x="86076" y="42863"/>
                  <a:pt x="42863" y="86076"/>
                  <a:pt x="42863" y="139303"/>
                </a:cubicBezTo>
                <a:cubicBezTo>
                  <a:pt x="42863" y="192530"/>
                  <a:pt x="86076" y="235744"/>
                  <a:pt x="139303" y="235744"/>
                </a:cubicBezTo>
                <a:close/>
              </a:path>
            </a:pathLst>
          </a:custGeom>
          <a:solidFill>
            <a:srgbClr val="00D4AA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67100" y="2286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67100" y="2705100"/>
            <a:ext cx="2438400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OpenCV Haar cascades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locate the region of interest (eye sclera, face, nail) with intelligent fallback strategies.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67100" y="48339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861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3714750" y="49911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Dual-strategy detection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1409700"/>
            <a:ext cx="2743200" cy="4000500"/>
          </a:xfrm>
          <a:custGeom>
            <a:avLst/>
            <a:gdLst/>
            <a:ahLst/>
            <a:cxnLst/>
            <a:rect l="l" t="t" r="r" b="b"/>
            <a:pathLst>
              <a:path w="2743200" h="4000500">
                <a:moveTo>
                  <a:pt x="152412" y="0"/>
                </a:moveTo>
                <a:lnTo>
                  <a:pt x="2590788" y="0"/>
                </a:lnTo>
                <a:cubicBezTo>
                  <a:pt x="2674963" y="0"/>
                  <a:pt x="2743200" y="68237"/>
                  <a:pt x="2743200" y="152412"/>
                </a:cubicBezTo>
                <a:lnTo>
                  <a:pt x="2743200" y="3848088"/>
                </a:lnTo>
                <a:cubicBezTo>
                  <a:pt x="2743200" y="3932263"/>
                  <a:pt x="2674963" y="4000500"/>
                  <a:pt x="2590788" y="4000500"/>
                </a:cubicBezTo>
                <a:lnTo>
                  <a:pt x="152412" y="4000500"/>
                </a:lnTo>
                <a:cubicBezTo>
                  <a:pt x="68237" y="4000500"/>
                  <a:pt x="0" y="3932263"/>
                  <a:pt x="0" y="38480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362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53200" y="1695450"/>
            <a:ext cx="29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39137" y="16954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62700" y="2286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2705100"/>
            <a:ext cx="2438400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Detected region is </a:t>
            </a: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preprocessed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(224×224, normalized) and fed to the appropriate deep learning model for inference.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2700" y="48339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817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610350" y="49911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 seconds processing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67800" y="1409700"/>
            <a:ext cx="2743200" cy="4000500"/>
          </a:xfrm>
          <a:custGeom>
            <a:avLst/>
            <a:gdLst/>
            <a:ahLst/>
            <a:cxnLst/>
            <a:rect l="l" t="t" r="r" b="b"/>
            <a:pathLst>
              <a:path w="2743200" h="4000500">
                <a:moveTo>
                  <a:pt x="152412" y="0"/>
                </a:moveTo>
                <a:lnTo>
                  <a:pt x="2590788" y="0"/>
                </a:lnTo>
                <a:cubicBezTo>
                  <a:pt x="2674963" y="0"/>
                  <a:pt x="2743200" y="68237"/>
                  <a:pt x="2743200" y="152412"/>
                </a:cubicBezTo>
                <a:lnTo>
                  <a:pt x="2743200" y="3848088"/>
                </a:lnTo>
                <a:cubicBezTo>
                  <a:pt x="2743200" y="3932263"/>
                  <a:pt x="2674963" y="4000500"/>
                  <a:pt x="2590788" y="4000500"/>
                </a:cubicBezTo>
                <a:lnTo>
                  <a:pt x="152412" y="4000500"/>
                </a:lnTo>
                <a:cubicBezTo>
                  <a:pt x="68237" y="4000500"/>
                  <a:pt x="0" y="3932263"/>
                  <a:pt x="0" y="38480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92583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453563" y="1695450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277600" y="16954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208553" y="21431"/>
                </a:moveTo>
                <a:lnTo>
                  <a:pt x="214313" y="21431"/>
                </a:lnTo>
                <a:cubicBezTo>
                  <a:pt x="237954" y="21431"/>
                  <a:pt x="257175" y="40652"/>
                  <a:pt x="257175" y="64294"/>
                </a:cubicBezTo>
                <a:lnTo>
                  <a:pt x="257175" y="300038"/>
                </a:lnTo>
                <a:cubicBezTo>
                  <a:pt x="257175" y="323679"/>
                  <a:pt x="237954" y="342900"/>
                  <a:pt x="214313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64294"/>
                </a:lnTo>
                <a:cubicBezTo>
                  <a:pt x="0" y="40652"/>
                  <a:pt x="19221" y="21431"/>
                  <a:pt x="42863" y="21431"/>
                </a:cubicBezTo>
                <a:lnTo>
                  <a:pt x="48622" y="21431"/>
                </a:lnTo>
                <a:cubicBezTo>
                  <a:pt x="55989" y="8639"/>
                  <a:pt x="69852" y="0"/>
                  <a:pt x="85725" y="0"/>
                </a:cubicBezTo>
                <a:lnTo>
                  <a:pt x="171450" y="0"/>
                </a:lnTo>
                <a:cubicBezTo>
                  <a:pt x="187323" y="0"/>
                  <a:pt x="201186" y="8639"/>
                  <a:pt x="208553" y="21431"/>
                </a:cubicBezTo>
                <a:close/>
                <a:moveTo>
                  <a:pt x="166092" y="75009"/>
                </a:moveTo>
                <a:cubicBezTo>
                  <a:pt x="175000" y="75009"/>
                  <a:pt x="182166" y="67843"/>
                  <a:pt x="182166" y="58936"/>
                </a:cubicBezTo>
                <a:cubicBezTo>
                  <a:pt x="182166" y="50029"/>
                  <a:pt x="175000" y="42863"/>
                  <a:pt x="166092" y="42863"/>
                </a:cubicBezTo>
                <a:lnTo>
                  <a:pt x="91083" y="42863"/>
                </a:lnTo>
                <a:cubicBezTo>
                  <a:pt x="82175" y="42863"/>
                  <a:pt x="75009" y="50029"/>
                  <a:pt x="75009" y="58936"/>
                </a:cubicBezTo>
                <a:cubicBezTo>
                  <a:pt x="75009" y="67843"/>
                  <a:pt x="82175" y="75009"/>
                  <a:pt x="91083" y="75009"/>
                </a:cubicBezTo>
                <a:lnTo>
                  <a:pt x="166092" y="75009"/>
                </a:lnTo>
                <a:close/>
                <a:moveTo>
                  <a:pt x="185112" y="174598"/>
                </a:moveTo>
                <a:cubicBezTo>
                  <a:pt x="189801" y="167097"/>
                  <a:pt x="187523" y="157185"/>
                  <a:pt x="180022" y="152430"/>
                </a:cubicBezTo>
                <a:cubicBezTo>
                  <a:pt x="172522" y="147675"/>
                  <a:pt x="162610" y="150019"/>
                  <a:pt x="157855" y="157520"/>
                </a:cubicBezTo>
                <a:lnTo>
                  <a:pt x="116733" y="223354"/>
                </a:lnTo>
                <a:lnTo>
                  <a:pt x="98651" y="199244"/>
                </a:lnTo>
                <a:cubicBezTo>
                  <a:pt x="93293" y="192145"/>
                  <a:pt x="83247" y="190671"/>
                  <a:pt x="76148" y="196029"/>
                </a:cubicBezTo>
                <a:cubicBezTo>
                  <a:pt x="69049" y="201387"/>
                  <a:pt x="67575" y="211433"/>
                  <a:pt x="72933" y="218532"/>
                </a:cubicBezTo>
                <a:lnTo>
                  <a:pt x="105080" y="261394"/>
                </a:lnTo>
                <a:cubicBezTo>
                  <a:pt x="108228" y="265614"/>
                  <a:pt x="113318" y="268025"/>
                  <a:pt x="118609" y="267824"/>
                </a:cubicBezTo>
                <a:cubicBezTo>
                  <a:pt x="123899" y="267623"/>
                  <a:pt x="128721" y="264810"/>
                  <a:pt x="131534" y="260256"/>
                </a:cubicBezTo>
                <a:lnTo>
                  <a:pt x="185112" y="174531"/>
                </a:lnTo>
                <a:close/>
              </a:path>
            </a:pathLst>
          </a:custGeom>
          <a:solidFill>
            <a:srgbClr val="00D4AA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258300" y="2286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Results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58300" y="2705100"/>
            <a:ext cx="2438400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 </a:t>
            </a: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diagnosis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prediction label, confidence percentage, top-k classes, and detected region preview.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258300" y="48339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773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9505950" y="49911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disease info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90525" y="5572125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152398" y="0"/>
                </a:moveTo>
                <a:lnTo>
                  <a:pt x="11258552" y="0"/>
                </a:lnTo>
                <a:cubicBezTo>
                  <a:pt x="11342719" y="0"/>
                  <a:pt x="11410950" y="68231"/>
                  <a:pt x="11410950" y="152398"/>
                </a:cubicBezTo>
                <a:lnTo>
                  <a:pt x="11410950" y="742952"/>
                </a:lnTo>
                <a:cubicBezTo>
                  <a:pt x="11410950" y="827119"/>
                  <a:pt x="11342719" y="895350"/>
                  <a:pt x="11258552" y="895350"/>
                </a:cubicBezTo>
                <a:lnTo>
                  <a:pt x="152398" y="895350"/>
                </a:lnTo>
                <a:cubicBezTo>
                  <a:pt x="68231" y="895350"/>
                  <a:pt x="0" y="827119"/>
                  <a:pt x="0" y="74295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>
                  <a:alpha val="5000"/>
                </a:srgbClr>
              </a:gs>
              <a:gs pos="100000">
                <a:srgbClr val="00D4AA">
                  <a:alpha val="5000"/>
                </a:srgbClr>
              </a:gs>
            </a:gsLst>
            <a:lin ang="0" scaled="1"/>
          </a:gradFill>
          <a:ln w="254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00238" y="579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045494" y="5924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4" name="Text 42"/>
          <p:cNvSpPr/>
          <p:nvPr/>
        </p:nvSpPr>
        <p:spPr>
          <a:xfrm>
            <a:off x="2471738" y="577215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471738" y="600075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 Seconds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929063" y="57912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243388" y="579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376738" y="592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9" name="Text 47"/>
          <p:cNvSpPr/>
          <p:nvPr/>
        </p:nvSpPr>
        <p:spPr>
          <a:xfrm>
            <a:off x="4814888" y="577215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814888" y="60007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Local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062663" y="57912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76988" y="579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22244" y="5924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4" name="Text 52"/>
          <p:cNvSpPr/>
          <p:nvPr/>
        </p:nvSpPr>
        <p:spPr>
          <a:xfrm>
            <a:off x="6948488" y="57721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48488" y="60007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90.62%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86763" y="57912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01088" y="579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58250" y="5924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9" name="Text 57"/>
          <p:cNvSpPr/>
          <p:nvPr/>
        </p:nvSpPr>
        <p:spPr>
          <a:xfrm>
            <a:off x="9272588" y="577215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Support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72588" y="60007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Devices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844" y="188286"/>
            <a:ext cx="74569" cy="372844"/>
          </a:xfrm>
          <a:custGeom>
            <a:avLst/>
            <a:gdLst/>
            <a:ahLst/>
            <a:cxnLst/>
            <a:rect l="l" t="t" r="r" b="b"/>
            <a:pathLst>
              <a:path w="74569" h="372844">
                <a:moveTo>
                  <a:pt x="37284" y="0"/>
                </a:moveTo>
                <a:lnTo>
                  <a:pt x="37284" y="0"/>
                </a:lnTo>
                <a:cubicBezTo>
                  <a:pt x="57876" y="0"/>
                  <a:pt x="74569" y="16693"/>
                  <a:pt x="74569" y="37284"/>
                </a:cubicBezTo>
                <a:lnTo>
                  <a:pt x="74569" y="335560"/>
                </a:lnTo>
                <a:cubicBezTo>
                  <a:pt x="74569" y="356151"/>
                  <a:pt x="57876" y="372844"/>
                  <a:pt x="37284" y="372844"/>
                </a:cubicBezTo>
                <a:lnTo>
                  <a:pt x="37284" y="372844"/>
                </a:lnTo>
                <a:cubicBezTo>
                  <a:pt x="16693" y="372844"/>
                  <a:pt x="0" y="356151"/>
                  <a:pt x="0" y="335560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9266" y="188286"/>
            <a:ext cx="6804404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Module 1: Eye / Jaundice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9266" y="635699"/>
            <a:ext cx="1134378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classification for jaundice screening through sclera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844" y="1045827"/>
            <a:ext cx="4660550" cy="3803009"/>
          </a:xfrm>
          <a:custGeom>
            <a:avLst/>
            <a:gdLst/>
            <a:ahLst/>
            <a:cxnLst/>
            <a:rect l="l" t="t" r="r" b="b"/>
            <a:pathLst>
              <a:path w="4660550" h="3803009">
                <a:moveTo>
                  <a:pt x="149154" y="0"/>
                </a:moveTo>
                <a:lnTo>
                  <a:pt x="4511396" y="0"/>
                </a:lnTo>
                <a:cubicBezTo>
                  <a:pt x="4593772" y="0"/>
                  <a:pt x="4660550" y="66779"/>
                  <a:pt x="4660550" y="149154"/>
                </a:cubicBezTo>
                <a:lnTo>
                  <a:pt x="4660550" y="3653855"/>
                </a:lnTo>
                <a:cubicBezTo>
                  <a:pt x="4660550" y="3736231"/>
                  <a:pt x="4593772" y="3803009"/>
                  <a:pt x="4511396" y="3803009"/>
                </a:cubicBezTo>
                <a:lnTo>
                  <a:pt x="149154" y="3803009"/>
                </a:lnTo>
                <a:cubicBezTo>
                  <a:pt x="66779" y="3803009"/>
                  <a:pt x="0" y="3736231"/>
                  <a:pt x="0" y="3653855"/>
                </a:cubicBezTo>
                <a:lnTo>
                  <a:pt x="0" y="149154"/>
                </a:lnTo>
                <a:cubicBezTo>
                  <a:pt x="0" y="66834"/>
                  <a:pt x="66834" y="0"/>
                  <a:pt x="149154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59266" y="1763552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111855" y="0"/>
                </a:moveTo>
                <a:lnTo>
                  <a:pt x="410126" y="0"/>
                </a:lnTo>
                <a:cubicBezTo>
                  <a:pt x="471902" y="0"/>
                  <a:pt x="521982" y="50079"/>
                  <a:pt x="521982" y="111855"/>
                </a:cubicBezTo>
                <a:lnTo>
                  <a:pt x="521982" y="410126"/>
                </a:lnTo>
                <a:cubicBezTo>
                  <a:pt x="521982" y="471902"/>
                  <a:pt x="471902" y="521982"/>
                  <a:pt x="410126" y="521982"/>
                </a:cubicBezTo>
                <a:lnTo>
                  <a:pt x="111855" y="521982"/>
                </a:lnTo>
                <a:cubicBezTo>
                  <a:pt x="50079" y="521982"/>
                  <a:pt x="0" y="471902"/>
                  <a:pt x="0" y="410126"/>
                </a:cubicBezTo>
                <a:lnTo>
                  <a:pt x="0" y="111855"/>
                </a:lnTo>
                <a:cubicBezTo>
                  <a:pt x="0" y="50079"/>
                  <a:pt x="50079" y="0"/>
                  <a:pt x="111855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294" y="1884726"/>
            <a:ext cx="314587" cy="279633"/>
          </a:xfrm>
          <a:custGeom>
            <a:avLst/>
            <a:gdLst/>
            <a:ahLst/>
            <a:cxnLst/>
            <a:rect l="l" t="t" r="r" b="b"/>
            <a:pathLst>
              <a:path w="314587" h="279633">
                <a:moveTo>
                  <a:pt x="157294" y="17477"/>
                </a:moveTo>
                <a:cubicBezTo>
                  <a:pt x="113164" y="17477"/>
                  <a:pt x="77828" y="37576"/>
                  <a:pt x="52103" y="61497"/>
                </a:cubicBezTo>
                <a:cubicBezTo>
                  <a:pt x="26543" y="85255"/>
                  <a:pt x="9449" y="113601"/>
                  <a:pt x="1311" y="133099"/>
                </a:cubicBezTo>
                <a:cubicBezTo>
                  <a:pt x="-492" y="137413"/>
                  <a:pt x="-492" y="142220"/>
                  <a:pt x="1311" y="146534"/>
                </a:cubicBezTo>
                <a:cubicBezTo>
                  <a:pt x="9449" y="166032"/>
                  <a:pt x="26543" y="194432"/>
                  <a:pt x="52103" y="218136"/>
                </a:cubicBezTo>
                <a:cubicBezTo>
                  <a:pt x="77828" y="242003"/>
                  <a:pt x="113164" y="262156"/>
                  <a:pt x="157294" y="262156"/>
                </a:cubicBezTo>
                <a:cubicBezTo>
                  <a:pt x="201423" y="262156"/>
                  <a:pt x="236760" y="242057"/>
                  <a:pt x="262484" y="218136"/>
                </a:cubicBezTo>
                <a:cubicBezTo>
                  <a:pt x="288044" y="194378"/>
                  <a:pt x="305139" y="166032"/>
                  <a:pt x="313276" y="146534"/>
                </a:cubicBezTo>
                <a:cubicBezTo>
                  <a:pt x="315079" y="142220"/>
                  <a:pt x="315079" y="137413"/>
                  <a:pt x="313276" y="133099"/>
                </a:cubicBezTo>
                <a:cubicBezTo>
                  <a:pt x="305139" y="113601"/>
                  <a:pt x="288044" y="85201"/>
                  <a:pt x="262484" y="61497"/>
                </a:cubicBezTo>
                <a:cubicBezTo>
                  <a:pt x="236760" y="37630"/>
                  <a:pt x="201423" y="17477"/>
                  <a:pt x="157294" y="17477"/>
                </a:cubicBezTo>
                <a:close/>
                <a:moveTo>
                  <a:pt x="78647" y="139817"/>
                </a:moveTo>
                <a:cubicBezTo>
                  <a:pt x="78647" y="96410"/>
                  <a:pt x="113887" y="61170"/>
                  <a:pt x="157294" y="61170"/>
                </a:cubicBezTo>
                <a:cubicBezTo>
                  <a:pt x="200700" y="61170"/>
                  <a:pt x="235940" y="96410"/>
                  <a:pt x="235940" y="139817"/>
                </a:cubicBezTo>
                <a:cubicBezTo>
                  <a:pt x="235940" y="183223"/>
                  <a:pt x="200700" y="218463"/>
                  <a:pt x="157294" y="218463"/>
                </a:cubicBezTo>
                <a:cubicBezTo>
                  <a:pt x="113887" y="218463"/>
                  <a:pt x="78647" y="183223"/>
                  <a:pt x="78647" y="139817"/>
                </a:cubicBezTo>
                <a:close/>
                <a:moveTo>
                  <a:pt x="157294" y="104862"/>
                </a:moveTo>
                <a:cubicBezTo>
                  <a:pt x="157294" y="124142"/>
                  <a:pt x="141619" y="139817"/>
                  <a:pt x="122339" y="139817"/>
                </a:cubicBezTo>
                <a:cubicBezTo>
                  <a:pt x="116059" y="139817"/>
                  <a:pt x="110160" y="138178"/>
                  <a:pt x="105026" y="135229"/>
                </a:cubicBezTo>
                <a:cubicBezTo>
                  <a:pt x="104480" y="141182"/>
                  <a:pt x="104972" y="147299"/>
                  <a:pt x="106610" y="153361"/>
                </a:cubicBezTo>
                <a:cubicBezTo>
                  <a:pt x="114092" y="181325"/>
                  <a:pt x="142875" y="197928"/>
                  <a:pt x="170838" y="190445"/>
                </a:cubicBezTo>
                <a:cubicBezTo>
                  <a:pt x="198802" y="182963"/>
                  <a:pt x="215405" y="154180"/>
                  <a:pt x="207922" y="126217"/>
                </a:cubicBezTo>
                <a:cubicBezTo>
                  <a:pt x="201259" y="101258"/>
                  <a:pt x="177611" y="85365"/>
                  <a:pt x="152706" y="87549"/>
                </a:cubicBezTo>
                <a:cubicBezTo>
                  <a:pt x="155600" y="92628"/>
                  <a:pt x="157294" y="98527"/>
                  <a:pt x="157294" y="10486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193101" y="1875405"/>
            <a:ext cx="165915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About Jaundice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9266" y="2434671"/>
            <a:ext cx="4362275" cy="727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Jaundice</a:t>
            </a:r>
            <a:r>
              <a:rPr lang="en-US" sz="117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caused by elevated bilirubin levels, which turn the </a:t>
            </a:r>
            <a:r>
              <a:rPr lang="en-US" sz="1174" dirty="0">
                <a:solidFill>
                  <a:srgbClr val="FFFFFF">
                    <a:alpha val="90000"/>
                  </a:srgbClr>
                </a:solidFill>
                <a:highlight>
                  <a:srgbClr val="00D4AA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sclera (white of the eye) yellow </a:t>
            </a:r>
            <a:r>
              <a:rPr lang="en-US" sz="117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Our model analyzes eye images to detect this discoloration for early screening.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908" y="3348139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820257" y="3310855"/>
            <a:ext cx="212521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Non-invasive detection method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908" y="3646414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820257" y="3609130"/>
            <a:ext cx="159390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blood tests required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908" y="3944690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20257" y="3907405"/>
            <a:ext cx="145409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 system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2165" y="5007295"/>
            <a:ext cx="4641908" cy="1659156"/>
          </a:xfrm>
          <a:custGeom>
            <a:avLst/>
            <a:gdLst/>
            <a:ahLst/>
            <a:cxnLst/>
            <a:rect l="l" t="t" r="r" b="b"/>
            <a:pathLst>
              <a:path w="4641908" h="1659156">
                <a:moveTo>
                  <a:pt x="149142" y="0"/>
                </a:moveTo>
                <a:lnTo>
                  <a:pt x="4492767" y="0"/>
                </a:lnTo>
                <a:cubicBezTo>
                  <a:pt x="4575135" y="0"/>
                  <a:pt x="4641908" y="66773"/>
                  <a:pt x="4641908" y="149142"/>
                </a:cubicBezTo>
                <a:lnTo>
                  <a:pt x="4641908" y="1510014"/>
                </a:lnTo>
                <a:cubicBezTo>
                  <a:pt x="4641908" y="1592383"/>
                  <a:pt x="4575135" y="1659156"/>
                  <a:pt x="4492767" y="1659156"/>
                </a:cubicBezTo>
                <a:lnTo>
                  <a:pt x="149142" y="1659156"/>
                </a:lnTo>
                <a:cubicBezTo>
                  <a:pt x="66773" y="1659156"/>
                  <a:pt x="0" y="1592383"/>
                  <a:pt x="0" y="1510014"/>
                </a:cubicBezTo>
                <a:lnTo>
                  <a:pt x="0" y="149142"/>
                </a:lnTo>
                <a:cubicBezTo>
                  <a:pt x="0" y="66828"/>
                  <a:pt x="66828" y="0"/>
                  <a:pt x="14914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D4AA">
                <a:alpha val="30196"/>
              </a:srgbClr>
            </a:solidFill>
            <a:prstDash val="solid"/>
          </a:ln>
          <a:effectLst>
            <a:outerShdw blurRad="139817" dist="93211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7" name="Image 0" descr="https://kimi-web-img.moonshot.cn/img/my.clevelandclinic.org/fed6593e6fa06bd235aa7e24bde017a222a07e7b.jpg"/>
          <p:cNvPicPr>
            <a:picLocks noChangeAspect="1"/>
          </p:cNvPicPr>
          <p:nvPr/>
        </p:nvPicPr>
        <p:blipFill>
          <a:blip r:embed="rId3"/>
          <a:srcRect t="23270" b="23270"/>
          <a:stretch/>
        </p:blipFill>
        <p:spPr>
          <a:xfrm>
            <a:off x="391486" y="5016616"/>
            <a:ext cx="4623266" cy="1640514"/>
          </a:xfrm>
          <a:prstGeom prst="roundRect">
            <a:avLst>
              <a:gd name="adj" fmla="val 9091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5230740" y="1055148"/>
            <a:ext cx="6580697" cy="3858936"/>
          </a:xfrm>
          <a:custGeom>
            <a:avLst/>
            <a:gdLst/>
            <a:ahLst/>
            <a:cxnLst/>
            <a:rect l="l" t="t" r="r" b="b"/>
            <a:pathLst>
              <a:path w="6580697" h="3858936">
                <a:moveTo>
                  <a:pt x="149148" y="0"/>
                </a:moveTo>
                <a:lnTo>
                  <a:pt x="6431549" y="0"/>
                </a:lnTo>
                <a:cubicBezTo>
                  <a:pt x="6513921" y="0"/>
                  <a:pt x="6580697" y="66776"/>
                  <a:pt x="6580697" y="149148"/>
                </a:cubicBezTo>
                <a:lnTo>
                  <a:pt x="6580697" y="3709788"/>
                </a:lnTo>
                <a:cubicBezTo>
                  <a:pt x="6580697" y="3792160"/>
                  <a:pt x="6513921" y="3858936"/>
                  <a:pt x="6431549" y="3858936"/>
                </a:cubicBezTo>
                <a:lnTo>
                  <a:pt x="149148" y="3858936"/>
                </a:lnTo>
                <a:cubicBezTo>
                  <a:pt x="66776" y="3858936"/>
                  <a:pt x="0" y="3792160"/>
                  <a:pt x="0" y="3709788"/>
                </a:cubicBezTo>
                <a:lnTo>
                  <a:pt x="0" y="149148"/>
                </a:lnTo>
                <a:cubicBezTo>
                  <a:pt x="0" y="66776"/>
                  <a:pt x="66776" y="0"/>
                  <a:pt x="1491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26483" y="1250892"/>
            <a:ext cx="447413" cy="447413"/>
          </a:xfrm>
          <a:custGeom>
            <a:avLst/>
            <a:gdLst/>
            <a:ahLst/>
            <a:cxnLst/>
            <a:rect l="l" t="t" r="r" b="b"/>
            <a:pathLst>
              <a:path w="447413" h="447413">
                <a:moveTo>
                  <a:pt x="111853" y="0"/>
                </a:moveTo>
                <a:lnTo>
                  <a:pt x="335560" y="0"/>
                </a:lnTo>
                <a:cubicBezTo>
                  <a:pt x="397293" y="0"/>
                  <a:pt x="447413" y="50120"/>
                  <a:pt x="447413" y="111853"/>
                </a:cubicBezTo>
                <a:lnTo>
                  <a:pt x="447413" y="335560"/>
                </a:lnTo>
                <a:cubicBezTo>
                  <a:pt x="447413" y="397293"/>
                  <a:pt x="397293" y="447413"/>
                  <a:pt x="335560" y="447413"/>
                </a:cubicBezTo>
                <a:lnTo>
                  <a:pt x="111853" y="447413"/>
                </a:lnTo>
                <a:cubicBezTo>
                  <a:pt x="50120" y="447413"/>
                  <a:pt x="0" y="397293"/>
                  <a:pt x="0" y="335560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510373" y="1362745"/>
            <a:ext cx="279633" cy="223706"/>
          </a:xfrm>
          <a:custGeom>
            <a:avLst/>
            <a:gdLst/>
            <a:ahLst/>
            <a:cxnLst/>
            <a:rect l="l" t="t" r="r" b="b"/>
            <a:pathLst>
              <a:path w="279633" h="223706">
                <a:moveTo>
                  <a:pt x="181718" y="91973"/>
                </a:moveTo>
                <a:cubicBezTo>
                  <a:pt x="187048" y="90531"/>
                  <a:pt x="192641" y="93065"/>
                  <a:pt x="195044" y="98003"/>
                </a:cubicBezTo>
                <a:lnTo>
                  <a:pt x="203171" y="114431"/>
                </a:lnTo>
                <a:cubicBezTo>
                  <a:pt x="207671" y="115043"/>
                  <a:pt x="212084" y="116266"/>
                  <a:pt x="216235" y="117970"/>
                </a:cubicBezTo>
                <a:lnTo>
                  <a:pt x="231527" y="107790"/>
                </a:lnTo>
                <a:cubicBezTo>
                  <a:pt x="236115" y="104731"/>
                  <a:pt x="242188" y="105343"/>
                  <a:pt x="246077" y="109232"/>
                </a:cubicBezTo>
                <a:lnTo>
                  <a:pt x="254466" y="117621"/>
                </a:lnTo>
                <a:cubicBezTo>
                  <a:pt x="258355" y="121509"/>
                  <a:pt x="258966" y="127626"/>
                  <a:pt x="255908" y="132170"/>
                </a:cubicBezTo>
                <a:lnTo>
                  <a:pt x="245728" y="147419"/>
                </a:lnTo>
                <a:cubicBezTo>
                  <a:pt x="246558" y="149473"/>
                  <a:pt x="247300" y="151614"/>
                  <a:pt x="247912" y="153842"/>
                </a:cubicBezTo>
                <a:cubicBezTo>
                  <a:pt x="248524" y="156070"/>
                  <a:pt x="248917" y="158255"/>
                  <a:pt x="249223" y="160483"/>
                </a:cubicBezTo>
                <a:lnTo>
                  <a:pt x="265695" y="168610"/>
                </a:lnTo>
                <a:cubicBezTo>
                  <a:pt x="270632" y="171057"/>
                  <a:pt x="273167" y="176649"/>
                  <a:pt x="271725" y="181936"/>
                </a:cubicBezTo>
                <a:lnTo>
                  <a:pt x="268666" y="193384"/>
                </a:lnTo>
                <a:cubicBezTo>
                  <a:pt x="267224" y="198671"/>
                  <a:pt x="262287" y="202253"/>
                  <a:pt x="256782" y="201904"/>
                </a:cubicBezTo>
                <a:lnTo>
                  <a:pt x="238431" y="200724"/>
                </a:lnTo>
                <a:cubicBezTo>
                  <a:pt x="235678" y="204263"/>
                  <a:pt x="232489" y="207540"/>
                  <a:pt x="228862" y="210336"/>
                </a:cubicBezTo>
                <a:lnTo>
                  <a:pt x="230042" y="228644"/>
                </a:lnTo>
                <a:cubicBezTo>
                  <a:pt x="230391" y="234149"/>
                  <a:pt x="226809" y="239130"/>
                  <a:pt x="221522" y="240528"/>
                </a:cubicBezTo>
                <a:lnTo>
                  <a:pt x="210074" y="243587"/>
                </a:lnTo>
                <a:cubicBezTo>
                  <a:pt x="204744" y="245028"/>
                  <a:pt x="199195" y="242494"/>
                  <a:pt x="196748" y="237557"/>
                </a:cubicBezTo>
                <a:lnTo>
                  <a:pt x="188621" y="221129"/>
                </a:lnTo>
                <a:cubicBezTo>
                  <a:pt x="184121" y="220517"/>
                  <a:pt x="179708" y="219293"/>
                  <a:pt x="175557" y="217589"/>
                </a:cubicBezTo>
                <a:lnTo>
                  <a:pt x="160265" y="227770"/>
                </a:lnTo>
                <a:cubicBezTo>
                  <a:pt x="155677" y="230828"/>
                  <a:pt x="149604" y="230217"/>
                  <a:pt x="145715" y="226328"/>
                </a:cubicBezTo>
                <a:lnTo>
                  <a:pt x="137326" y="217939"/>
                </a:lnTo>
                <a:cubicBezTo>
                  <a:pt x="133437" y="214050"/>
                  <a:pt x="132826" y="207977"/>
                  <a:pt x="135884" y="203389"/>
                </a:cubicBezTo>
                <a:lnTo>
                  <a:pt x="146065" y="188097"/>
                </a:lnTo>
                <a:cubicBezTo>
                  <a:pt x="145234" y="186043"/>
                  <a:pt x="144492" y="183902"/>
                  <a:pt x="143880" y="181674"/>
                </a:cubicBezTo>
                <a:cubicBezTo>
                  <a:pt x="143268" y="179446"/>
                  <a:pt x="142875" y="177217"/>
                  <a:pt x="142569" y="175033"/>
                </a:cubicBezTo>
                <a:lnTo>
                  <a:pt x="126097" y="166906"/>
                </a:lnTo>
                <a:cubicBezTo>
                  <a:pt x="121160" y="164459"/>
                  <a:pt x="118669" y="158867"/>
                  <a:pt x="120067" y="153580"/>
                </a:cubicBezTo>
                <a:lnTo>
                  <a:pt x="123126" y="142132"/>
                </a:lnTo>
                <a:cubicBezTo>
                  <a:pt x="124568" y="136845"/>
                  <a:pt x="129505" y="133263"/>
                  <a:pt x="135010" y="133612"/>
                </a:cubicBezTo>
                <a:lnTo>
                  <a:pt x="153318" y="134792"/>
                </a:lnTo>
                <a:cubicBezTo>
                  <a:pt x="156070" y="131253"/>
                  <a:pt x="159260" y="127976"/>
                  <a:pt x="162886" y="125179"/>
                </a:cubicBezTo>
                <a:lnTo>
                  <a:pt x="161707" y="106916"/>
                </a:lnTo>
                <a:cubicBezTo>
                  <a:pt x="161357" y="101411"/>
                  <a:pt x="164940" y="96430"/>
                  <a:pt x="170227" y="95032"/>
                </a:cubicBezTo>
                <a:lnTo>
                  <a:pt x="181674" y="91973"/>
                </a:lnTo>
                <a:close/>
                <a:moveTo>
                  <a:pt x="195918" y="148555"/>
                </a:moveTo>
                <a:cubicBezTo>
                  <a:pt x="185307" y="148567"/>
                  <a:pt x="176703" y="157191"/>
                  <a:pt x="176715" y="167802"/>
                </a:cubicBezTo>
                <a:cubicBezTo>
                  <a:pt x="176727" y="178412"/>
                  <a:pt x="185351" y="187017"/>
                  <a:pt x="195962" y="187005"/>
                </a:cubicBezTo>
                <a:cubicBezTo>
                  <a:pt x="206572" y="186993"/>
                  <a:pt x="215177" y="178368"/>
                  <a:pt x="215165" y="167758"/>
                </a:cubicBezTo>
                <a:cubicBezTo>
                  <a:pt x="215152" y="157148"/>
                  <a:pt x="206528" y="148543"/>
                  <a:pt x="195918" y="148555"/>
                </a:cubicBezTo>
                <a:close/>
                <a:moveTo>
                  <a:pt x="98265" y="-19880"/>
                </a:moveTo>
                <a:lnTo>
                  <a:pt x="109712" y="-16822"/>
                </a:lnTo>
                <a:cubicBezTo>
                  <a:pt x="114999" y="-15380"/>
                  <a:pt x="118582" y="-10399"/>
                  <a:pt x="118232" y="-4937"/>
                </a:cubicBezTo>
                <a:lnTo>
                  <a:pt x="117053" y="13326"/>
                </a:lnTo>
                <a:cubicBezTo>
                  <a:pt x="120679" y="16123"/>
                  <a:pt x="123869" y="19356"/>
                  <a:pt x="126621" y="22939"/>
                </a:cubicBezTo>
                <a:lnTo>
                  <a:pt x="144972" y="21759"/>
                </a:lnTo>
                <a:cubicBezTo>
                  <a:pt x="150434" y="21409"/>
                  <a:pt x="155415" y="24992"/>
                  <a:pt x="156857" y="30279"/>
                </a:cubicBezTo>
                <a:lnTo>
                  <a:pt x="159915" y="41726"/>
                </a:lnTo>
                <a:cubicBezTo>
                  <a:pt x="161313" y="47013"/>
                  <a:pt x="158823" y="52606"/>
                  <a:pt x="153886" y="55053"/>
                </a:cubicBezTo>
                <a:lnTo>
                  <a:pt x="137413" y="63180"/>
                </a:lnTo>
                <a:cubicBezTo>
                  <a:pt x="137108" y="65408"/>
                  <a:pt x="136671" y="67636"/>
                  <a:pt x="136103" y="69821"/>
                </a:cubicBezTo>
                <a:cubicBezTo>
                  <a:pt x="135535" y="72006"/>
                  <a:pt x="134748" y="74190"/>
                  <a:pt x="133918" y="76244"/>
                </a:cubicBezTo>
                <a:lnTo>
                  <a:pt x="144098" y="91536"/>
                </a:lnTo>
                <a:cubicBezTo>
                  <a:pt x="147157" y="96124"/>
                  <a:pt x="146545" y="102197"/>
                  <a:pt x="142657" y="106086"/>
                </a:cubicBezTo>
                <a:lnTo>
                  <a:pt x="134268" y="114475"/>
                </a:lnTo>
                <a:cubicBezTo>
                  <a:pt x="130379" y="118363"/>
                  <a:pt x="124306" y="118975"/>
                  <a:pt x="119718" y="115917"/>
                </a:cubicBezTo>
                <a:lnTo>
                  <a:pt x="104425" y="105736"/>
                </a:lnTo>
                <a:cubicBezTo>
                  <a:pt x="100275" y="107440"/>
                  <a:pt x="95862" y="108664"/>
                  <a:pt x="91361" y="109275"/>
                </a:cubicBezTo>
                <a:lnTo>
                  <a:pt x="83235" y="125704"/>
                </a:lnTo>
                <a:cubicBezTo>
                  <a:pt x="80788" y="130641"/>
                  <a:pt x="75195" y="133132"/>
                  <a:pt x="69908" y="131733"/>
                </a:cubicBezTo>
                <a:lnTo>
                  <a:pt x="58461" y="128675"/>
                </a:lnTo>
                <a:cubicBezTo>
                  <a:pt x="53130" y="127233"/>
                  <a:pt x="49591" y="122252"/>
                  <a:pt x="49941" y="116790"/>
                </a:cubicBezTo>
                <a:lnTo>
                  <a:pt x="51120" y="98483"/>
                </a:lnTo>
                <a:cubicBezTo>
                  <a:pt x="47494" y="95687"/>
                  <a:pt x="44304" y="92454"/>
                  <a:pt x="41552" y="88871"/>
                </a:cubicBezTo>
                <a:lnTo>
                  <a:pt x="23201" y="90051"/>
                </a:lnTo>
                <a:cubicBezTo>
                  <a:pt x="17739" y="90400"/>
                  <a:pt x="12758" y="86817"/>
                  <a:pt x="11316" y="81531"/>
                </a:cubicBezTo>
                <a:lnTo>
                  <a:pt x="8258" y="70083"/>
                </a:lnTo>
                <a:cubicBezTo>
                  <a:pt x="6860" y="64796"/>
                  <a:pt x="9350" y="59204"/>
                  <a:pt x="14288" y="56757"/>
                </a:cubicBezTo>
                <a:lnTo>
                  <a:pt x="30760" y="48630"/>
                </a:lnTo>
                <a:cubicBezTo>
                  <a:pt x="31065" y="46402"/>
                  <a:pt x="31502" y="44217"/>
                  <a:pt x="32070" y="41989"/>
                </a:cubicBezTo>
                <a:cubicBezTo>
                  <a:pt x="32682" y="39760"/>
                  <a:pt x="33381" y="37619"/>
                  <a:pt x="34255" y="35566"/>
                </a:cubicBezTo>
                <a:lnTo>
                  <a:pt x="24075" y="20317"/>
                </a:lnTo>
                <a:cubicBezTo>
                  <a:pt x="21016" y="15729"/>
                  <a:pt x="21628" y="9656"/>
                  <a:pt x="25517" y="5767"/>
                </a:cubicBezTo>
                <a:lnTo>
                  <a:pt x="33906" y="-2622"/>
                </a:lnTo>
                <a:cubicBezTo>
                  <a:pt x="37794" y="-6510"/>
                  <a:pt x="43867" y="-7122"/>
                  <a:pt x="48455" y="-4063"/>
                </a:cubicBezTo>
                <a:lnTo>
                  <a:pt x="63748" y="6117"/>
                </a:lnTo>
                <a:cubicBezTo>
                  <a:pt x="67898" y="4413"/>
                  <a:pt x="72311" y="3190"/>
                  <a:pt x="76812" y="2578"/>
                </a:cubicBezTo>
                <a:lnTo>
                  <a:pt x="84939" y="-13851"/>
                </a:lnTo>
                <a:cubicBezTo>
                  <a:pt x="87385" y="-18788"/>
                  <a:pt x="92934" y="-21278"/>
                  <a:pt x="98265" y="-19880"/>
                </a:cubicBezTo>
                <a:close/>
                <a:moveTo>
                  <a:pt x="84065" y="36702"/>
                </a:moveTo>
                <a:cubicBezTo>
                  <a:pt x="73454" y="36702"/>
                  <a:pt x="64840" y="45316"/>
                  <a:pt x="64840" y="55927"/>
                </a:cubicBezTo>
                <a:cubicBezTo>
                  <a:pt x="64840" y="66537"/>
                  <a:pt x="73454" y="75151"/>
                  <a:pt x="84065" y="75151"/>
                </a:cubicBezTo>
                <a:cubicBezTo>
                  <a:pt x="94675" y="75151"/>
                  <a:pt x="103289" y="66537"/>
                  <a:pt x="103289" y="55927"/>
                </a:cubicBezTo>
                <a:cubicBezTo>
                  <a:pt x="103289" y="45316"/>
                  <a:pt x="94675" y="36702"/>
                  <a:pt x="84065" y="3670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1" name="Text 18"/>
          <p:cNvSpPr/>
          <p:nvPr/>
        </p:nvSpPr>
        <p:spPr>
          <a:xfrm>
            <a:off x="5985749" y="1325460"/>
            <a:ext cx="2544661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26483" y="1847442"/>
            <a:ext cx="3020037" cy="857541"/>
          </a:xfrm>
          <a:custGeom>
            <a:avLst/>
            <a:gdLst/>
            <a:ahLst/>
            <a:cxnLst/>
            <a:rect l="l" t="t" r="r" b="b"/>
            <a:pathLst>
              <a:path w="3020037" h="857541">
                <a:moveTo>
                  <a:pt x="111849" y="0"/>
                </a:moveTo>
                <a:lnTo>
                  <a:pt x="2908188" y="0"/>
                </a:lnTo>
                <a:cubicBezTo>
                  <a:pt x="2969960" y="0"/>
                  <a:pt x="3020037" y="50077"/>
                  <a:pt x="3020037" y="111849"/>
                </a:cubicBezTo>
                <a:lnTo>
                  <a:pt x="3020037" y="745692"/>
                </a:lnTo>
                <a:cubicBezTo>
                  <a:pt x="3020037" y="807465"/>
                  <a:pt x="2969960" y="857541"/>
                  <a:pt x="2908188" y="857541"/>
                </a:cubicBezTo>
                <a:lnTo>
                  <a:pt x="111849" y="857541"/>
                </a:lnTo>
                <a:cubicBezTo>
                  <a:pt x="50077" y="857541"/>
                  <a:pt x="0" y="807465"/>
                  <a:pt x="0" y="745692"/>
                </a:cubicBezTo>
                <a:lnTo>
                  <a:pt x="0" y="111849"/>
                </a:lnTo>
                <a:cubicBezTo>
                  <a:pt x="0" y="50118"/>
                  <a:pt x="50118" y="0"/>
                  <a:pt x="1118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94263" y="2033864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34954" y="16312"/>
                </a:moveTo>
                <a:cubicBezTo>
                  <a:pt x="34954" y="7311"/>
                  <a:pt x="42265" y="0"/>
                  <a:pt x="51266" y="0"/>
                </a:cubicBezTo>
                <a:lnTo>
                  <a:pt x="58257" y="0"/>
                </a:lnTo>
                <a:cubicBezTo>
                  <a:pt x="63413" y="0"/>
                  <a:pt x="67578" y="4165"/>
                  <a:pt x="67578" y="9321"/>
                </a:cubicBezTo>
                <a:lnTo>
                  <a:pt x="67578" y="139817"/>
                </a:lnTo>
                <a:cubicBezTo>
                  <a:pt x="67578" y="144972"/>
                  <a:pt x="63413" y="149138"/>
                  <a:pt x="58257" y="149138"/>
                </a:cubicBezTo>
                <a:lnTo>
                  <a:pt x="48936" y="149138"/>
                </a:lnTo>
                <a:cubicBezTo>
                  <a:pt x="40256" y="149138"/>
                  <a:pt x="32944" y="143195"/>
                  <a:pt x="30876" y="135156"/>
                </a:cubicBezTo>
                <a:cubicBezTo>
                  <a:pt x="30672" y="135156"/>
                  <a:pt x="30497" y="135156"/>
                  <a:pt x="30294" y="135156"/>
                </a:cubicBezTo>
                <a:cubicBezTo>
                  <a:pt x="17419" y="135156"/>
                  <a:pt x="6991" y="124728"/>
                  <a:pt x="6991" y="111853"/>
                </a:cubicBezTo>
                <a:cubicBezTo>
                  <a:pt x="6991" y="106610"/>
                  <a:pt x="8739" y="101775"/>
                  <a:pt x="11651" y="97872"/>
                </a:cubicBezTo>
                <a:cubicBezTo>
                  <a:pt x="6000" y="93619"/>
                  <a:pt x="2330" y="86861"/>
                  <a:pt x="2330" y="79229"/>
                </a:cubicBezTo>
                <a:cubicBezTo>
                  <a:pt x="2330" y="70229"/>
                  <a:pt x="7457" y="62393"/>
                  <a:pt x="14914" y="58519"/>
                </a:cubicBezTo>
                <a:cubicBezTo>
                  <a:pt x="12846" y="55024"/>
                  <a:pt x="11651" y="50946"/>
                  <a:pt x="11651" y="46606"/>
                </a:cubicBezTo>
                <a:cubicBezTo>
                  <a:pt x="11651" y="33731"/>
                  <a:pt x="22079" y="23303"/>
                  <a:pt x="34954" y="23303"/>
                </a:cubicBezTo>
                <a:lnTo>
                  <a:pt x="34954" y="16312"/>
                </a:lnTo>
                <a:close/>
                <a:moveTo>
                  <a:pt x="114183" y="16312"/>
                </a:moveTo>
                <a:lnTo>
                  <a:pt x="114183" y="23303"/>
                </a:lnTo>
                <a:cubicBezTo>
                  <a:pt x="127058" y="23303"/>
                  <a:pt x="137486" y="33731"/>
                  <a:pt x="137486" y="46606"/>
                </a:cubicBezTo>
                <a:cubicBezTo>
                  <a:pt x="137486" y="50975"/>
                  <a:pt x="136292" y="55053"/>
                  <a:pt x="134224" y="58519"/>
                </a:cubicBezTo>
                <a:cubicBezTo>
                  <a:pt x="141710" y="62393"/>
                  <a:pt x="146807" y="70200"/>
                  <a:pt x="146807" y="79229"/>
                </a:cubicBezTo>
                <a:cubicBezTo>
                  <a:pt x="146807" y="86861"/>
                  <a:pt x="143137" y="93619"/>
                  <a:pt x="137486" y="97872"/>
                </a:cubicBezTo>
                <a:cubicBezTo>
                  <a:pt x="140399" y="101775"/>
                  <a:pt x="142147" y="106610"/>
                  <a:pt x="142147" y="111853"/>
                </a:cubicBezTo>
                <a:cubicBezTo>
                  <a:pt x="142147" y="124728"/>
                  <a:pt x="131719" y="135156"/>
                  <a:pt x="118844" y="135156"/>
                </a:cubicBezTo>
                <a:cubicBezTo>
                  <a:pt x="118640" y="135156"/>
                  <a:pt x="118465" y="135156"/>
                  <a:pt x="118261" y="135156"/>
                </a:cubicBezTo>
                <a:cubicBezTo>
                  <a:pt x="116193" y="143195"/>
                  <a:pt x="108882" y="149138"/>
                  <a:pt x="100202" y="149138"/>
                </a:cubicBezTo>
                <a:lnTo>
                  <a:pt x="90881" y="149138"/>
                </a:lnTo>
                <a:cubicBezTo>
                  <a:pt x="85725" y="149138"/>
                  <a:pt x="81560" y="144972"/>
                  <a:pt x="81560" y="139817"/>
                </a:cubicBezTo>
                <a:lnTo>
                  <a:pt x="81560" y="9321"/>
                </a:lnTo>
                <a:cubicBezTo>
                  <a:pt x="81560" y="4165"/>
                  <a:pt x="85725" y="0"/>
                  <a:pt x="90881" y="0"/>
                </a:cubicBezTo>
                <a:lnTo>
                  <a:pt x="97872" y="0"/>
                </a:lnTo>
                <a:cubicBezTo>
                  <a:pt x="106872" y="0"/>
                  <a:pt x="114183" y="7311"/>
                  <a:pt x="114183" y="1631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4" name="Text 21"/>
          <p:cNvSpPr/>
          <p:nvPr/>
        </p:nvSpPr>
        <p:spPr>
          <a:xfrm>
            <a:off x="5836611" y="1996580"/>
            <a:ext cx="87618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75620" y="2294855"/>
            <a:ext cx="2814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MobileNetV2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596822" y="1847442"/>
            <a:ext cx="3020037" cy="857541"/>
          </a:xfrm>
          <a:custGeom>
            <a:avLst/>
            <a:gdLst/>
            <a:ahLst/>
            <a:cxnLst/>
            <a:rect l="l" t="t" r="r" b="b"/>
            <a:pathLst>
              <a:path w="3020037" h="857541">
                <a:moveTo>
                  <a:pt x="111849" y="0"/>
                </a:moveTo>
                <a:lnTo>
                  <a:pt x="2908188" y="0"/>
                </a:lnTo>
                <a:cubicBezTo>
                  <a:pt x="2969960" y="0"/>
                  <a:pt x="3020037" y="50077"/>
                  <a:pt x="3020037" y="111849"/>
                </a:cubicBezTo>
                <a:lnTo>
                  <a:pt x="3020037" y="745692"/>
                </a:lnTo>
                <a:cubicBezTo>
                  <a:pt x="3020037" y="807465"/>
                  <a:pt x="2969960" y="857541"/>
                  <a:pt x="2908188" y="857541"/>
                </a:cubicBezTo>
                <a:lnTo>
                  <a:pt x="111849" y="857541"/>
                </a:lnTo>
                <a:cubicBezTo>
                  <a:pt x="50077" y="857541"/>
                  <a:pt x="0" y="807465"/>
                  <a:pt x="0" y="745692"/>
                </a:cubicBezTo>
                <a:lnTo>
                  <a:pt x="0" y="111849"/>
                </a:lnTo>
                <a:cubicBezTo>
                  <a:pt x="0" y="50118"/>
                  <a:pt x="50118" y="0"/>
                  <a:pt x="1118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764602" y="2033864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67724" y="1515"/>
                </a:moveTo>
                <a:cubicBezTo>
                  <a:pt x="72064" y="-495"/>
                  <a:pt x="77074" y="-495"/>
                  <a:pt x="81414" y="1515"/>
                </a:cubicBezTo>
                <a:lnTo>
                  <a:pt x="145089" y="30934"/>
                </a:lnTo>
                <a:cubicBezTo>
                  <a:pt x="147565" y="32070"/>
                  <a:pt x="149138" y="34546"/>
                  <a:pt x="149138" y="37284"/>
                </a:cubicBezTo>
                <a:cubicBezTo>
                  <a:pt x="149138" y="40022"/>
                  <a:pt x="147565" y="42498"/>
                  <a:pt x="145089" y="43634"/>
                </a:cubicBezTo>
                <a:lnTo>
                  <a:pt x="81414" y="73054"/>
                </a:lnTo>
                <a:cubicBezTo>
                  <a:pt x="77074" y="75064"/>
                  <a:pt x="72064" y="75064"/>
                  <a:pt x="67724" y="73054"/>
                </a:cubicBezTo>
                <a:lnTo>
                  <a:pt x="4049" y="43634"/>
                </a:lnTo>
                <a:cubicBezTo>
                  <a:pt x="1573" y="42469"/>
                  <a:pt x="0" y="39993"/>
                  <a:pt x="0" y="37284"/>
                </a:cubicBezTo>
                <a:cubicBezTo>
                  <a:pt x="0" y="34575"/>
                  <a:pt x="1573" y="32070"/>
                  <a:pt x="4049" y="30934"/>
                </a:cubicBezTo>
                <a:lnTo>
                  <a:pt x="67724" y="1515"/>
                </a:lnTo>
                <a:close/>
                <a:moveTo>
                  <a:pt x="14011" y="63617"/>
                </a:moveTo>
                <a:lnTo>
                  <a:pt x="61869" y="85725"/>
                </a:lnTo>
                <a:cubicBezTo>
                  <a:pt x="69937" y="89453"/>
                  <a:pt x="79229" y="89453"/>
                  <a:pt x="87298" y="85725"/>
                </a:cubicBezTo>
                <a:lnTo>
                  <a:pt x="135156" y="63617"/>
                </a:lnTo>
                <a:lnTo>
                  <a:pt x="145089" y="68219"/>
                </a:lnTo>
                <a:cubicBezTo>
                  <a:pt x="147565" y="69355"/>
                  <a:pt x="149138" y="71831"/>
                  <a:pt x="149138" y="74569"/>
                </a:cubicBezTo>
                <a:cubicBezTo>
                  <a:pt x="149138" y="77307"/>
                  <a:pt x="147565" y="79783"/>
                  <a:pt x="145089" y="80919"/>
                </a:cubicBezTo>
                <a:lnTo>
                  <a:pt x="81414" y="110339"/>
                </a:lnTo>
                <a:cubicBezTo>
                  <a:pt x="77074" y="112348"/>
                  <a:pt x="72064" y="112348"/>
                  <a:pt x="67724" y="110339"/>
                </a:cubicBezTo>
                <a:lnTo>
                  <a:pt x="4049" y="80919"/>
                </a:lnTo>
                <a:cubicBezTo>
                  <a:pt x="1573" y="79754"/>
                  <a:pt x="0" y="77278"/>
                  <a:pt x="0" y="74569"/>
                </a:cubicBezTo>
                <a:cubicBezTo>
                  <a:pt x="0" y="71860"/>
                  <a:pt x="1573" y="69355"/>
                  <a:pt x="4049" y="68219"/>
                </a:cubicBezTo>
                <a:lnTo>
                  <a:pt x="13982" y="63617"/>
                </a:lnTo>
                <a:close/>
                <a:moveTo>
                  <a:pt x="4049" y="105503"/>
                </a:moveTo>
                <a:lnTo>
                  <a:pt x="13982" y="100901"/>
                </a:lnTo>
                <a:lnTo>
                  <a:pt x="61840" y="123009"/>
                </a:lnTo>
                <a:cubicBezTo>
                  <a:pt x="69908" y="126738"/>
                  <a:pt x="79200" y="126738"/>
                  <a:pt x="87269" y="123009"/>
                </a:cubicBezTo>
                <a:lnTo>
                  <a:pt x="135127" y="100901"/>
                </a:lnTo>
                <a:lnTo>
                  <a:pt x="145060" y="105503"/>
                </a:lnTo>
                <a:cubicBezTo>
                  <a:pt x="147536" y="106639"/>
                  <a:pt x="149108" y="109115"/>
                  <a:pt x="149108" y="111853"/>
                </a:cubicBezTo>
                <a:cubicBezTo>
                  <a:pt x="149108" y="114591"/>
                  <a:pt x="147536" y="117067"/>
                  <a:pt x="145060" y="118203"/>
                </a:cubicBezTo>
                <a:lnTo>
                  <a:pt x="81385" y="147623"/>
                </a:lnTo>
                <a:cubicBezTo>
                  <a:pt x="77045" y="149633"/>
                  <a:pt x="72035" y="149633"/>
                  <a:pt x="67694" y="147623"/>
                </a:cubicBezTo>
                <a:lnTo>
                  <a:pt x="4049" y="118203"/>
                </a:lnTo>
                <a:cubicBezTo>
                  <a:pt x="1573" y="117038"/>
                  <a:pt x="0" y="114562"/>
                  <a:pt x="0" y="111853"/>
                </a:cubicBezTo>
                <a:cubicBezTo>
                  <a:pt x="0" y="109144"/>
                  <a:pt x="1573" y="106639"/>
                  <a:pt x="4049" y="10550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8" name="Text 25"/>
          <p:cNvSpPr/>
          <p:nvPr/>
        </p:nvSpPr>
        <p:spPr>
          <a:xfrm>
            <a:off x="9006951" y="1996580"/>
            <a:ext cx="72704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745960" y="2294855"/>
            <a:ext cx="2814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Sigmoid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26483" y="2854121"/>
            <a:ext cx="3020037" cy="857541"/>
          </a:xfrm>
          <a:custGeom>
            <a:avLst/>
            <a:gdLst/>
            <a:ahLst/>
            <a:cxnLst/>
            <a:rect l="l" t="t" r="r" b="b"/>
            <a:pathLst>
              <a:path w="3020037" h="857541">
                <a:moveTo>
                  <a:pt x="111849" y="0"/>
                </a:moveTo>
                <a:lnTo>
                  <a:pt x="2908188" y="0"/>
                </a:lnTo>
                <a:cubicBezTo>
                  <a:pt x="2969960" y="0"/>
                  <a:pt x="3020037" y="50077"/>
                  <a:pt x="3020037" y="111849"/>
                </a:cubicBezTo>
                <a:lnTo>
                  <a:pt x="3020037" y="745692"/>
                </a:lnTo>
                <a:cubicBezTo>
                  <a:pt x="3020037" y="807465"/>
                  <a:pt x="2969960" y="857541"/>
                  <a:pt x="2908188" y="857541"/>
                </a:cubicBezTo>
                <a:lnTo>
                  <a:pt x="111849" y="857541"/>
                </a:lnTo>
                <a:cubicBezTo>
                  <a:pt x="50077" y="857541"/>
                  <a:pt x="0" y="807465"/>
                  <a:pt x="0" y="745692"/>
                </a:cubicBezTo>
                <a:lnTo>
                  <a:pt x="0" y="111849"/>
                </a:lnTo>
                <a:cubicBezTo>
                  <a:pt x="0" y="50118"/>
                  <a:pt x="50118" y="0"/>
                  <a:pt x="1118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594263" y="3040543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121174" y="60587"/>
                </a:moveTo>
                <a:cubicBezTo>
                  <a:pt x="121174" y="73957"/>
                  <a:pt x="116834" y="86308"/>
                  <a:pt x="109523" y="96328"/>
                </a:cubicBezTo>
                <a:lnTo>
                  <a:pt x="146400" y="133233"/>
                </a:lnTo>
                <a:cubicBezTo>
                  <a:pt x="150041" y="136875"/>
                  <a:pt x="150041" y="142788"/>
                  <a:pt x="146400" y="146429"/>
                </a:cubicBezTo>
                <a:cubicBezTo>
                  <a:pt x="142758" y="150070"/>
                  <a:pt x="136845" y="150070"/>
                  <a:pt x="133204" y="146429"/>
                </a:cubicBezTo>
                <a:lnTo>
                  <a:pt x="96328" y="109523"/>
                </a:lnTo>
                <a:cubicBezTo>
                  <a:pt x="86308" y="116834"/>
                  <a:pt x="73957" y="121174"/>
                  <a:pt x="60587" y="121174"/>
                </a:cubicBezTo>
                <a:cubicBezTo>
                  <a:pt x="27119" y="121174"/>
                  <a:pt x="0" y="94056"/>
                  <a:pt x="0" y="60587"/>
                </a:cubicBezTo>
                <a:cubicBezTo>
                  <a:pt x="0" y="27119"/>
                  <a:pt x="27119" y="0"/>
                  <a:pt x="60587" y="0"/>
                </a:cubicBezTo>
                <a:cubicBezTo>
                  <a:pt x="94056" y="0"/>
                  <a:pt x="121174" y="27119"/>
                  <a:pt x="121174" y="60587"/>
                </a:cubicBezTo>
                <a:close/>
                <a:moveTo>
                  <a:pt x="60587" y="102532"/>
                </a:moveTo>
                <a:cubicBezTo>
                  <a:pt x="83737" y="102532"/>
                  <a:pt x="102532" y="83737"/>
                  <a:pt x="102532" y="60587"/>
                </a:cubicBezTo>
                <a:cubicBezTo>
                  <a:pt x="102532" y="37437"/>
                  <a:pt x="83737" y="18642"/>
                  <a:pt x="60587" y="18642"/>
                </a:cubicBezTo>
                <a:cubicBezTo>
                  <a:pt x="37437" y="18642"/>
                  <a:pt x="18642" y="37437"/>
                  <a:pt x="18642" y="60587"/>
                </a:cubicBezTo>
                <a:cubicBezTo>
                  <a:pt x="18642" y="83737"/>
                  <a:pt x="37437" y="102532"/>
                  <a:pt x="60587" y="10253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2" name="Text 29"/>
          <p:cNvSpPr/>
          <p:nvPr/>
        </p:nvSpPr>
        <p:spPr>
          <a:xfrm>
            <a:off x="5836611" y="3003259"/>
            <a:ext cx="69908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575620" y="3301534"/>
            <a:ext cx="2814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Haar Cascade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596822" y="2854121"/>
            <a:ext cx="3020037" cy="857541"/>
          </a:xfrm>
          <a:custGeom>
            <a:avLst/>
            <a:gdLst/>
            <a:ahLst/>
            <a:cxnLst/>
            <a:rect l="l" t="t" r="r" b="b"/>
            <a:pathLst>
              <a:path w="3020037" h="857541">
                <a:moveTo>
                  <a:pt x="111849" y="0"/>
                </a:moveTo>
                <a:lnTo>
                  <a:pt x="2908188" y="0"/>
                </a:lnTo>
                <a:cubicBezTo>
                  <a:pt x="2969960" y="0"/>
                  <a:pt x="3020037" y="50077"/>
                  <a:pt x="3020037" y="111849"/>
                </a:cubicBezTo>
                <a:lnTo>
                  <a:pt x="3020037" y="745692"/>
                </a:lnTo>
                <a:cubicBezTo>
                  <a:pt x="3020037" y="807465"/>
                  <a:pt x="2969960" y="857541"/>
                  <a:pt x="2908188" y="857541"/>
                </a:cubicBezTo>
                <a:lnTo>
                  <a:pt x="111849" y="857541"/>
                </a:lnTo>
                <a:cubicBezTo>
                  <a:pt x="50077" y="857541"/>
                  <a:pt x="0" y="807465"/>
                  <a:pt x="0" y="745692"/>
                </a:cubicBezTo>
                <a:lnTo>
                  <a:pt x="0" y="111849"/>
                </a:lnTo>
                <a:cubicBezTo>
                  <a:pt x="0" y="50118"/>
                  <a:pt x="50118" y="0"/>
                  <a:pt x="1118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773923" y="3040543"/>
            <a:ext cx="130495" cy="149138"/>
          </a:xfrm>
          <a:custGeom>
            <a:avLst/>
            <a:gdLst/>
            <a:ahLst/>
            <a:cxnLst/>
            <a:rect l="l" t="t" r="r" b="b"/>
            <a:pathLst>
              <a:path w="130495" h="149138">
                <a:moveTo>
                  <a:pt x="18642" y="9321"/>
                </a:moveTo>
                <a:cubicBezTo>
                  <a:pt x="8360" y="9321"/>
                  <a:pt x="0" y="17681"/>
                  <a:pt x="0" y="27963"/>
                </a:cubicBezTo>
                <a:lnTo>
                  <a:pt x="0" y="121174"/>
                </a:lnTo>
                <a:cubicBezTo>
                  <a:pt x="0" y="131457"/>
                  <a:pt x="8360" y="139817"/>
                  <a:pt x="18642" y="139817"/>
                </a:cubicBezTo>
                <a:lnTo>
                  <a:pt x="111853" y="139817"/>
                </a:lnTo>
                <a:cubicBezTo>
                  <a:pt x="122136" y="139817"/>
                  <a:pt x="130495" y="131457"/>
                  <a:pt x="130495" y="121174"/>
                </a:cubicBezTo>
                <a:lnTo>
                  <a:pt x="130495" y="27963"/>
                </a:lnTo>
                <a:cubicBezTo>
                  <a:pt x="130495" y="17681"/>
                  <a:pt x="122136" y="9321"/>
                  <a:pt x="111853" y="9321"/>
                </a:cubicBezTo>
                <a:lnTo>
                  <a:pt x="18642" y="9321"/>
                </a:lnTo>
                <a:close/>
                <a:moveTo>
                  <a:pt x="37284" y="32624"/>
                </a:moveTo>
                <a:cubicBezTo>
                  <a:pt x="45001" y="32624"/>
                  <a:pt x="51266" y="38889"/>
                  <a:pt x="51266" y="46606"/>
                </a:cubicBezTo>
                <a:cubicBezTo>
                  <a:pt x="51266" y="54322"/>
                  <a:pt x="45001" y="60587"/>
                  <a:pt x="37284" y="60587"/>
                </a:cubicBezTo>
                <a:cubicBezTo>
                  <a:pt x="29568" y="60587"/>
                  <a:pt x="23303" y="54322"/>
                  <a:pt x="23303" y="46606"/>
                </a:cubicBezTo>
                <a:cubicBezTo>
                  <a:pt x="23303" y="38889"/>
                  <a:pt x="29568" y="32624"/>
                  <a:pt x="37284" y="32624"/>
                </a:cubicBezTo>
                <a:close/>
                <a:moveTo>
                  <a:pt x="79229" y="65248"/>
                </a:moveTo>
                <a:cubicBezTo>
                  <a:pt x="81676" y="65248"/>
                  <a:pt x="83919" y="66529"/>
                  <a:pt x="85201" y="68597"/>
                </a:cubicBezTo>
                <a:lnTo>
                  <a:pt x="110834" y="110542"/>
                </a:lnTo>
                <a:cubicBezTo>
                  <a:pt x="112144" y="112698"/>
                  <a:pt x="112203" y="115407"/>
                  <a:pt x="110979" y="117621"/>
                </a:cubicBezTo>
                <a:cubicBezTo>
                  <a:pt x="109756" y="119834"/>
                  <a:pt x="107397" y="121174"/>
                  <a:pt x="104862" y="121174"/>
                </a:cubicBezTo>
                <a:lnTo>
                  <a:pt x="25633" y="121174"/>
                </a:lnTo>
                <a:cubicBezTo>
                  <a:pt x="23041" y="121174"/>
                  <a:pt x="20623" y="119718"/>
                  <a:pt x="19429" y="117417"/>
                </a:cubicBezTo>
                <a:cubicBezTo>
                  <a:pt x="18234" y="115116"/>
                  <a:pt x="18409" y="112319"/>
                  <a:pt x="19895" y="110193"/>
                </a:cubicBezTo>
                <a:lnTo>
                  <a:pt x="36207" y="86890"/>
                </a:lnTo>
                <a:cubicBezTo>
                  <a:pt x="37517" y="85026"/>
                  <a:pt x="39644" y="83919"/>
                  <a:pt x="41945" y="83919"/>
                </a:cubicBezTo>
                <a:cubicBezTo>
                  <a:pt x="44246" y="83919"/>
                  <a:pt x="46372" y="85026"/>
                  <a:pt x="47683" y="86890"/>
                </a:cubicBezTo>
                <a:lnTo>
                  <a:pt x="55373" y="97901"/>
                </a:lnTo>
                <a:lnTo>
                  <a:pt x="73258" y="68627"/>
                </a:lnTo>
                <a:cubicBezTo>
                  <a:pt x="74540" y="66558"/>
                  <a:pt x="76783" y="65277"/>
                  <a:pt x="79229" y="65277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6" name="Text 33"/>
          <p:cNvSpPr/>
          <p:nvPr/>
        </p:nvSpPr>
        <p:spPr>
          <a:xfrm>
            <a:off x="9006951" y="3003259"/>
            <a:ext cx="70840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Size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745960" y="3301534"/>
            <a:ext cx="281497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224×224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26483" y="3860800"/>
            <a:ext cx="6189211" cy="857541"/>
          </a:xfrm>
          <a:custGeom>
            <a:avLst/>
            <a:gdLst/>
            <a:ahLst/>
            <a:cxnLst/>
            <a:rect l="l" t="t" r="r" b="b"/>
            <a:pathLst>
              <a:path w="6189211" h="857541">
                <a:moveTo>
                  <a:pt x="111849" y="0"/>
                </a:moveTo>
                <a:lnTo>
                  <a:pt x="6077362" y="0"/>
                </a:lnTo>
                <a:cubicBezTo>
                  <a:pt x="6139134" y="0"/>
                  <a:pt x="6189211" y="50077"/>
                  <a:pt x="6189211" y="111849"/>
                </a:cubicBezTo>
                <a:lnTo>
                  <a:pt x="6189211" y="745692"/>
                </a:lnTo>
                <a:cubicBezTo>
                  <a:pt x="6189211" y="807465"/>
                  <a:pt x="6139134" y="857541"/>
                  <a:pt x="6077362" y="857541"/>
                </a:cubicBezTo>
                <a:lnTo>
                  <a:pt x="111849" y="857541"/>
                </a:lnTo>
                <a:cubicBezTo>
                  <a:pt x="50077" y="857541"/>
                  <a:pt x="0" y="807465"/>
                  <a:pt x="0" y="745692"/>
                </a:cubicBezTo>
                <a:lnTo>
                  <a:pt x="0" y="111849"/>
                </a:lnTo>
                <a:cubicBezTo>
                  <a:pt x="0" y="50118"/>
                  <a:pt x="50118" y="0"/>
                  <a:pt x="1118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594263" y="4047222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51266" y="6991"/>
                </a:moveTo>
                <a:cubicBezTo>
                  <a:pt x="51266" y="3117"/>
                  <a:pt x="48149" y="0"/>
                  <a:pt x="44275" y="0"/>
                </a:cubicBezTo>
                <a:cubicBezTo>
                  <a:pt x="40401" y="0"/>
                  <a:pt x="37284" y="3117"/>
                  <a:pt x="37284" y="6991"/>
                </a:cubicBezTo>
                <a:lnTo>
                  <a:pt x="37284" y="18642"/>
                </a:lnTo>
                <a:cubicBezTo>
                  <a:pt x="27002" y="18642"/>
                  <a:pt x="18642" y="27002"/>
                  <a:pt x="18642" y="37284"/>
                </a:cubicBezTo>
                <a:lnTo>
                  <a:pt x="6991" y="37284"/>
                </a:lnTo>
                <a:cubicBezTo>
                  <a:pt x="3117" y="37284"/>
                  <a:pt x="0" y="40401"/>
                  <a:pt x="0" y="44275"/>
                </a:cubicBezTo>
                <a:cubicBezTo>
                  <a:pt x="0" y="48149"/>
                  <a:pt x="3117" y="51266"/>
                  <a:pt x="6991" y="51266"/>
                </a:cubicBezTo>
                <a:lnTo>
                  <a:pt x="18642" y="51266"/>
                </a:lnTo>
                <a:lnTo>
                  <a:pt x="18642" y="67578"/>
                </a:lnTo>
                <a:lnTo>
                  <a:pt x="6991" y="67578"/>
                </a:lnTo>
                <a:cubicBezTo>
                  <a:pt x="3117" y="67578"/>
                  <a:pt x="0" y="70695"/>
                  <a:pt x="0" y="74569"/>
                </a:cubicBezTo>
                <a:cubicBezTo>
                  <a:pt x="0" y="78443"/>
                  <a:pt x="3117" y="81560"/>
                  <a:pt x="6991" y="81560"/>
                </a:cubicBezTo>
                <a:lnTo>
                  <a:pt x="18642" y="81560"/>
                </a:lnTo>
                <a:lnTo>
                  <a:pt x="18642" y="97872"/>
                </a:lnTo>
                <a:lnTo>
                  <a:pt x="6991" y="97872"/>
                </a:lnTo>
                <a:cubicBezTo>
                  <a:pt x="3117" y="97872"/>
                  <a:pt x="0" y="100988"/>
                  <a:pt x="0" y="104862"/>
                </a:cubicBezTo>
                <a:cubicBezTo>
                  <a:pt x="0" y="108736"/>
                  <a:pt x="3117" y="111853"/>
                  <a:pt x="6991" y="111853"/>
                </a:cubicBezTo>
                <a:lnTo>
                  <a:pt x="18642" y="111853"/>
                </a:lnTo>
                <a:cubicBezTo>
                  <a:pt x="18642" y="122136"/>
                  <a:pt x="27002" y="130495"/>
                  <a:pt x="37284" y="130495"/>
                </a:cubicBezTo>
                <a:lnTo>
                  <a:pt x="37284" y="142147"/>
                </a:lnTo>
                <a:cubicBezTo>
                  <a:pt x="37284" y="146021"/>
                  <a:pt x="40401" y="149138"/>
                  <a:pt x="44275" y="149138"/>
                </a:cubicBezTo>
                <a:cubicBezTo>
                  <a:pt x="48149" y="149138"/>
                  <a:pt x="51266" y="146021"/>
                  <a:pt x="51266" y="142147"/>
                </a:cubicBezTo>
                <a:lnTo>
                  <a:pt x="51266" y="130495"/>
                </a:lnTo>
                <a:lnTo>
                  <a:pt x="67578" y="130495"/>
                </a:lnTo>
                <a:lnTo>
                  <a:pt x="67578" y="142147"/>
                </a:lnTo>
                <a:cubicBezTo>
                  <a:pt x="67578" y="146021"/>
                  <a:pt x="70695" y="149138"/>
                  <a:pt x="74569" y="149138"/>
                </a:cubicBezTo>
                <a:cubicBezTo>
                  <a:pt x="78443" y="149138"/>
                  <a:pt x="81560" y="146021"/>
                  <a:pt x="81560" y="142147"/>
                </a:cubicBezTo>
                <a:lnTo>
                  <a:pt x="81560" y="130495"/>
                </a:lnTo>
                <a:lnTo>
                  <a:pt x="97872" y="130495"/>
                </a:lnTo>
                <a:lnTo>
                  <a:pt x="97872" y="142147"/>
                </a:lnTo>
                <a:cubicBezTo>
                  <a:pt x="97872" y="146021"/>
                  <a:pt x="100988" y="149138"/>
                  <a:pt x="104862" y="149138"/>
                </a:cubicBezTo>
                <a:cubicBezTo>
                  <a:pt x="108736" y="149138"/>
                  <a:pt x="111853" y="146021"/>
                  <a:pt x="111853" y="142147"/>
                </a:cubicBezTo>
                <a:lnTo>
                  <a:pt x="111853" y="130495"/>
                </a:lnTo>
                <a:cubicBezTo>
                  <a:pt x="122136" y="130495"/>
                  <a:pt x="130495" y="122136"/>
                  <a:pt x="130495" y="111853"/>
                </a:cubicBezTo>
                <a:lnTo>
                  <a:pt x="142147" y="111853"/>
                </a:lnTo>
                <a:cubicBezTo>
                  <a:pt x="146021" y="111853"/>
                  <a:pt x="149138" y="108736"/>
                  <a:pt x="149138" y="104862"/>
                </a:cubicBezTo>
                <a:cubicBezTo>
                  <a:pt x="149138" y="100988"/>
                  <a:pt x="146021" y="97872"/>
                  <a:pt x="142147" y="97872"/>
                </a:cubicBezTo>
                <a:lnTo>
                  <a:pt x="130495" y="97872"/>
                </a:lnTo>
                <a:lnTo>
                  <a:pt x="130495" y="81560"/>
                </a:lnTo>
                <a:lnTo>
                  <a:pt x="142147" y="81560"/>
                </a:lnTo>
                <a:cubicBezTo>
                  <a:pt x="146021" y="81560"/>
                  <a:pt x="149138" y="78443"/>
                  <a:pt x="149138" y="74569"/>
                </a:cubicBezTo>
                <a:cubicBezTo>
                  <a:pt x="149138" y="70695"/>
                  <a:pt x="146021" y="67578"/>
                  <a:pt x="142147" y="67578"/>
                </a:cubicBezTo>
                <a:lnTo>
                  <a:pt x="130495" y="67578"/>
                </a:lnTo>
                <a:lnTo>
                  <a:pt x="130495" y="51266"/>
                </a:lnTo>
                <a:lnTo>
                  <a:pt x="142147" y="51266"/>
                </a:lnTo>
                <a:cubicBezTo>
                  <a:pt x="146021" y="51266"/>
                  <a:pt x="149138" y="48149"/>
                  <a:pt x="149138" y="44275"/>
                </a:cubicBezTo>
                <a:cubicBezTo>
                  <a:pt x="149138" y="40401"/>
                  <a:pt x="146021" y="37284"/>
                  <a:pt x="142147" y="37284"/>
                </a:cubicBezTo>
                <a:lnTo>
                  <a:pt x="130495" y="37284"/>
                </a:lnTo>
                <a:cubicBezTo>
                  <a:pt x="130495" y="27002"/>
                  <a:pt x="122136" y="18642"/>
                  <a:pt x="111853" y="18642"/>
                </a:cubicBezTo>
                <a:lnTo>
                  <a:pt x="111853" y="6991"/>
                </a:lnTo>
                <a:cubicBezTo>
                  <a:pt x="111853" y="3117"/>
                  <a:pt x="108736" y="0"/>
                  <a:pt x="104862" y="0"/>
                </a:cubicBezTo>
                <a:cubicBezTo>
                  <a:pt x="100988" y="0"/>
                  <a:pt x="97872" y="3117"/>
                  <a:pt x="97872" y="6991"/>
                </a:cubicBezTo>
                <a:lnTo>
                  <a:pt x="97872" y="18642"/>
                </a:lnTo>
                <a:lnTo>
                  <a:pt x="81560" y="18642"/>
                </a:lnTo>
                <a:lnTo>
                  <a:pt x="81560" y="6991"/>
                </a:lnTo>
                <a:cubicBezTo>
                  <a:pt x="81560" y="3117"/>
                  <a:pt x="78443" y="0"/>
                  <a:pt x="74569" y="0"/>
                </a:cubicBezTo>
                <a:cubicBezTo>
                  <a:pt x="70695" y="0"/>
                  <a:pt x="67578" y="3117"/>
                  <a:pt x="67578" y="6991"/>
                </a:cubicBezTo>
                <a:lnTo>
                  <a:pt x="67578" y="18642"/>
                </a:lnTo>
                <a:lnTo>
                  <a:pt x="51266" y="18642"/>
                </a:lnTo>
                <a:lnTo>
                  <a:pt x="51266" y="6991"/>
                </a:lnTo>
                <a:close/>
                <a:moveTo>
                  <a:pt x="46606" y="37284"/>
                </a:moveTo>
                <a:lnTo>
                  <a:pt x="102532" y="37284"/>
                </a:lnTo>
                <a:cubicBezTo>
                  <a:pt x="107688" y="37284"/>
                  <a:pt x="111853" y="41450"/>
                  <a:pt x="111853" y="46606"/>
                </a:cubicBezTo>
                <a:lnTo>
                  <a:pt x="111853" y="102532"/>
                </a:lnTo>
                <a:cubicBezTo>
                  <a:pt x="111853" y="107688"/>
                  <a:pt x="107688" y="111853"/>
                  <a:pt x="102532" y="111853"/>
                </a:cubicBezTo>
                <a:lnTo>
                  <a:pt x="46606" y="111853"/>
                </a:lnTo>
                <a:cubicBezTo>
                  <a:pt x="41450" y="111853"/>
                  <a:pt x="37284" y="107688"/>
                  <a:pt x="37284" y="102532"/>
                </a:cubicBezTo>
                <a:lnTo>
                  <a:pt x="37284" y="46606"/>
                </a:lnTo>
                <a:cubicBezTo>
                  <a:pt x="37284" y="41450"/>
                  <a:pt x="41450" y="37284"/>
                  <a:pt x="46606" y="37284"/>
                </a:cubicBezTo>
                <a:close/>
                <a:moveTo>
                  <a:pt x="51266" y="51266"/>
                </a:moveTo>
                <a:lnTo>
                  <a:pt x="51266" y="97872"/>
                </a:lnTo>
                <a:lnTo>
                  <a:pt x="97872" y="97872"/>
                </a:lnTo>
                <a:lnTo>
                  <a:pt x="97872" y="51266"/>
                </a:lnTo>
                <a:lnTo>
                  <a:pt x="51266" y="5126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0" name="Text 37"/>
          <p:cNvSpPr/>
          <p:nvPr/>
        </p:nvSpPr>
        <p:spPr>
          <a:xfrm>
            <a:off x="5836611" y="4009937"/>
            <a:ext cx="123970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Parameters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575620" y="4308213"/>
            <a:ext cx="5984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~2.4 Million Parameters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221419" y="5072543"/>
            <a:ext cx="6599339" cy="1603229"/>
          </a:xfrm>
          <a:custGeom>
            <a:avLst/>
            <a:gdLst/>
            <a:ahLst/>
            <a:cxnLst/>
            <a:rect l="l" t="t" r="r" b="b"/>
            <a:pathLst>
              <a:path w="6599339" h="1603229">
                <a:moveTo>
                  <a:pt x="149132" y="0"/>
                </a:moveTo>
                <a:lnTo>
                  <a:pt x="6450207" y="0"/>
                </a:lnTo>
                <a:cubicBezTo>
                  <a:pt x="6532571" y="0"/>
                  <a:pt x="6599339" y="66769"/>
                  <a:pt x="6599339" y="149132"/>
                </a:cubicBezTo>
                <a:lnTo>
                  <a:pt x="6599339" y="1454097"/>
                </a:lnTo>
                <a:cubicBezTo>
                  <a:pt x="6599339" y="1536461"/>
                  <a:pt x="6532571" y="1603229"/>
                  <a:pt x="6450207" y="1603229"/>
                </a:cubicBezTo>
                <a:lnTo>
                  <a:pt x="149132" y="1603229"/>
                </a:lnTo>
                <a:cubicBezTo>
                  <a:pt x="66824" y="1603229"/>
                  <a:pt x="0" y="1536405"/>
                  <a:pt x="0" y="1454097"/>
                </a:cubicBezTo>
                <a:lnTo>
                  <a:pt x="0" y="149132"/>
                </a:lnTo>
                <a:cubicBezTo>
                  <a:pt x="0" y="66769"/>
                  <a:pt x="66769" y="0"/>
                  <a:pt x="149132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3" name="Text 40"/>
          <p:cNvSpPr/>
          <p:nvPr/>
        </p:nvSpPr>
        <p:spPr>
          <a:xfrm>
            <a:off x="5407841" y="5258965"/>
            <a:ext cx="6319706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Pipeline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676405" y="5669093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260991" y="0"/>
                </a:moveTo>
                <a:lnTo>
                  <a:pt x="260991" y="0"/>
                </a:lnTo>
                <a:cubicBezTo>
                  <a:pt x="405036" y="0"/>
                  <a:pt x="521982" y="116946"/>
                  <a:pt x="521982" y="260991"/>
                </a:cubicBezTo>
                <a:lnTo>
                  <a:pt x="521982" y="260991"/>
                </a:lnTo>
                <a:cubicBezTo>
                  <a:pt x="521982" y="405036"/>
                  <a:pt x="405036" y="521982"/>
                  <a:pt x="260991" y="521982"/>
                </a:cubicBezTo>
                <a:lnTo>
                  <a:pt x="260991" y="521982"/>
                </a:lnTo>
                <a:cubicBezTo>
                  <a:pt x="116946" y="521982"/>
                  <a:pt x="0" y="405036"/>
                  <a:pt x="0" y="260991"/>
                </a:cubicBezTo>
                <a:lnTo>
                  <a:pt x="0" y="260991"/>
                </a:lnTo>
                <a:cubicBezTo>
                  <a:pt x="0" y="116946"/>
                  <a:pt x="116946" y="0"/>
                  <a:pt x="26099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55836" y="5836873"/>
            <a:ext cx="163119" cy="186422"/>
          </a:xfrm>
          <a:custGeom>
            <a:avLst/>
            <a:gdLst/>
            <a:ahLst/>
            <a:cxnLst/>
            <a:rect l="l" t="t" r="r" b="b"/>
            <a:pathLst>
              <a:path w="163119" h="186422">
                <a:moveTo>
                  <a:pt x="93211" y="39797"/>
                </a:moveTo>
                <a:lnTo>
                  <a:pt x="93211" y="116514"/>
                </a:lnTo>
                <a:cubicBezTo>
                  <a:pt x="93211" y="122958"/>
                  <a:pt x="88004" y="128165"/>
                  <a:pt x="81560" y="128165"/>
                </a:cubicBezTo>
                <a:cubicBezTo>
                  <a:pt x="75115" y="128165"/>
                  <a:pt x="69908" y="122958"/>
                  <a:pt x="69908" y="116514"/>
                </a:cubicBezTo>
                <a:lnTo>
                  <a:pt x="69908" y="39797"/>
                </a:lnTo>
                <a:lnTo>
                  <a:pt x="54834" y="54871"/>
                </a:lnTo>
                <a:cubicBezTo>
                  <a:pt x="50283" y="59422"/>
                  <a:pt x="42892" y="59422"/>
                  <a:pt x="38340" y="54871"/>
                </a:cubicBezTo>
                <a:cubicBezTo>
                  <a:pt x="33789" y="50319"/>
                  <a:pt x="33789" y="42928"/>
                  <a:pt x="38340" y="38377"/>
                </a:cubicBezTo>
                <a:lnTo>
                  <a:pt x="73294" y="3423"/>
                </a:lnTo>
                <a:cubicBezTo>
                  <a:pt x="77846" y="-1129"/>
                  <a:pt x="85237" y="-1129"/>
                  <a:pt x="89788" y="3423"/>
                </a:cubicBezTo>
                <a:lnTo>
                  <a:pt x="124743" y="38377"/>
                </a:lnTo>
                <a:cubicBezTo>
                  <a:pt x="129294" y="42928"/>
                  <a:pt x="129294" y="50319"/>
                  <a:pt x="124743" y="54871"/>
                </a:cubicBezTo>
                <a:cubicBezTo>
                  <a:pt x="120191" y="59422"/>
                  <a:pt x="112800" y="59422"/>
                  <a:pt x="108249" y="54871"/>
                </a:cubicBezTo>
                <a:lnTo>
                  <a:pt x="93211" y="39797"/>
                </a:lnTo>
                <a:close/>
                <a:moveTo>
                  <a:pt x="81560" y="145642"/>
                </a:moveTo>
                <a:cubicBezTo>
                  <a:pt x="97653" y="145642"/>
                  <a:pt x="110688" y="132607"/>
                  <a:pt x="110688" y="116514"/>
                </a:cubicBezTo>
                <a:lnTo>
                  <a:pt x="139817" y="116514"/>
                </a:lnTo>
                <a:cubicBezTo>
                  <a:pt x="152669" y="116514"/>
                  <a:pt x="163119" y="126964"/>
                  <a:pt x="163119" y="139817"/>
                </a:cubicBezTo>
                <a:lnTo>
                  <a:pt x="163119" y="151468"/>
                </a:lnTo>
                <a:cubicBezTo>
                  <a:pt x="163119" y="164321"/>
                  <a:pt x="152669" y="174771"/>
                  <a:pt x="139817" y="174771"/>
                </a:cubicBezTo>
                <a:lnTo>
                  <a:pt x="23303" y="174771"/>
                </a:lnTo>
                <a:cubicBezTo>
                  <a:pt x="10450" y="174771"/>
                  <a:pt x="0" y="164321"/>
                  <a:pt x="0" y="151468"/>
                </a:cubicBezTo>
                <a:lnTo>
                  <a:pt x="0" y="139817"/>
                </a:lnTo>
                <a:cubicBezTo>
                  <a:pt x="0" y="126964"/>
                  <a:pt x="10450" y="116514"/>
                  <a:pt x="23303" y="116514"/>
                </a:cubicBezTo>
                <a:lnTo>
                  <a:pt x="52431" y="116514"/>
                </a:lnTo>
                <a:cubicBezTo>
                  <a:pt x="52431" y="132607"/>
                  <a:pt x="65466" y="145642"/>
                  <a:pt x="81560" y="145642"/>
                </a:cubicBezTo>
                <a:close/>
                <a:moveTo>
                  <a:pt x="133991" y="154381"/>
                </a:moveTo>
                <a:cubicBezTo>
                  <a:pt x="138814" y="154381"/>
                  <a:pt x="142729" y="150465"/>
                  <a:pt x="142729" y="145642"/>
                </a:cubicBezTo>
                <a:cubicBezTo>
                  <a:pt x="142729" y="140819"/>
                  <a:pt x="138814" y="136904"/>
                  <a:pt x="133991" y="136904"/>
                </a:cubicBezTo>
                <a:cubicBezTo>
                  <a:pt x="129168" y="136904"/>
                  <a:pt x="125252" y="140819"/>
                  <a:pt x="125252" y="145642"/>
                </a:cubicBezTo>
                <a:cubicBezTo>
                  <a:pt x="125252" y="150465"/>
                  <a:pt x="129168" y="154381"/>
                  <a:pt x="133991" y="15438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6" name="Text 43"/>
          <p:cNvSpPr/>
          <p:nvPr/>
        </p:nvSpPr>
        <p:spPr>
          <a:xfrm>
            <a:off x="5370556" y="6265644"/>
            <a:ext cx="113717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Image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490399" y="5986011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182999" y="101440"/>
                </a:moveTo>
                <a:cubicBezTo>
                  <a:pt x="187551" y="96888"/>
                  <a:pt x="187551" y="89497"/>
                  <a:pt x="182999" y="84946"/>
                </a:cubicBezTo>
                <a:lnTo>
                  <a:pt x="124743" y="26689"/>
                </a:lnTo>
                <a:cubicBezTo>
                  <a:pt x="120191" y="22138"/>
                  <a:pt x="112800" y="22138"/>
                  <a:pt x="108249" y="26689"/>
                </a:cubicBezTo>
                <a:cubicBezTo>
                  <a:pt x="103697" y="31240"/>
                  <a:pt x="103697" y="38632"/>
                  <a:pt x="108249" y="43183"/>
                </a:cubicBezTo>
                <a:lnTo>
                  <a:pt x="146625" y="81560"/>
                </a:lnTo>
                <a:lnTo>
                  <a:pt x="11651" y="81560"/>
                </a:lnTo>
                <a:cubicBezTo>
                  <a:pt x="5207" y="81560"/>
                  <a:pt x="0" y="86766"/>
                  <a:pt x="0" y="93211"/>
                </a:cubicBezTo>
                <a:cubicBezTo>
                  <a:pt x="0" y="99656"/>
                  <a:pt x="5207" y="104862"/>
                  <a:pt x="11651" y="104862"/>
                </a:cubicBezTo>
                <a:lnTo>
                  <a:pt x="146625" y="104862"/>
                </a:lnTo>
                <a:lnTo>
                  <a:pt x="108249" y="143239"/>
                </a:lnTo>
                <a:cubicBezTo>
                  <a:pt x="103697" y="147790"/>
                  <a:pt x="103697" y="155182"/>
                  <a:pt x="108249" y="159733"/>
                </a:cubicBezTo>
                <a:cubicBezTo>
                  <a:pt x="112800" y="164284"/>
                  <a:pt x="120191" y="164284"/>
                  <a:pt x="124743" y="159733"/>
                </a:cubicBezTo>
                <a:lnTo>
                  <a:pt x="182999" y="10147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8" name="Shape 45"/>
          <p:cNvSpPr/>
          <p:nvPr/>
        </p:nvSpPr>
        <p:spPr>
          <a:xfrm>
            <a:off x="6968834" y="5669093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260991" y="0"/>
                </a:moveTo>
                <a:lnTo>
                  <a:pt x="260991" y="0"/>
                </a:lnTo>
                <a:cubicBezTo>
                  <a:pt x="405036" y="0"/>
                  <a:pt x="521982" y="116946"/>
                  <a:pt x="521982" y="260991"/>
                </a:cubicBezTo>
                <a:lnTo>
                  <a:pt x="521982" y="260991"/>
                </a:lnTo>
                <a:cubicBezTo>
                  <a:pt x="521982" y="405036"/>
                  <a:pt x="405036" y="521982"/>
                  <a:pt x="260991" y="521982"/>
                </a:cubicBezTo>
                <a:lnTo>
                  <a:pt x="260991" y="521982"/>
                </a:lnTo>
                <a:cubicBezTo>
                  <a:pt x="116946" y="521982"/>
                  <a:pt x="0" y="405036"/>
                  <a:pt x="0" y="260991"/>
                </a:cubicBezTo>
                <a:lnTo>
                  <a:pt x="0" y="260991"/>
                </a:lnTo>
                <a:cubicBezTo>
                  <a:pt x="0" y="116946"/>
                  <a:pt x="116946" y="0"/>
                  <a:pt x="26099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124962" y="5836873"/>
            <a:ext cx="209725" cy="186422"/>
          </a:xfrm>
          <a:custGeom>
            <a:avLst/>
            <a:gdLst/>
            <a:ahLst/>
            <a:cxnLst/>
            <a:rect l="l" t="t" r="r" b="b"/>
            <a:pathLst>
              <a:path w="209725" h="186422">
                <a:moveTo>
                  <a:pt x="104862" y="11651"/>
                </a:moveTo>
                <a:cubicBezTo>
                  <a:pt x="75443" y="11651"/>
                  <a:pt x="51885" y="25050"/>
                  <a:pt x="34736" y="40998"/>
                </a:cubicBezTo>
                <a:cubicBezTo>
                  <a:pt x="17696" y="56837"/>
                  <a:pt x="6299" y="75734"/>
                  <a:pt x="874" y="88733"/>
                </a:cubicBezTo>
                <a:cubicBezTo>
                  <a:pt x="-328" y="91609"/>
                  <a:pt x="-328" y="94813"/>
                  <a:pt x="874" y="97690"/>
                </a:cubicBezTo>
                <a:cubicBezTo>
                  <a:pt x="6299" y="110688"/>
                  <a:pt x="17696" y="129622"/>
                  <a:pt x="34736" y="145424"/>
                </a:cubicBezTo>
                <a:cubicBezTo>
                  <a:pt x="51885" y="161335"/>
                  <a:pt x="75443" y="174771"/>
                  <a:pt x="104862" y="174771"/>
                </a:cubicBezTo>
                <a:cubicBezTo>
                  <a:pt x="134282" y="174771"/>
                  <a:pt x="157840" y="161372"/>
                  <a:pt x="174989" y="145424"/>
                </a:cubicBezTo>
                <a:cubicBezTo>
                  <a:pt x="192029" y="129585"/>
                  <a:pt x="203426" y="110688"/>
                  <a:pt x="208851" y="97690"/>
                </a:cubicBezTo>
                <a:cubicBezTo>
                  <a:pt x="210052" y="94813"/>
                  <a:pt x="210052" y="91609"/>
                  <a:pt x="208851" y="88733"/>
                </a:cubicBezTo>
                <a:cubicBezTo>
                  <a:pt x="203426" y="75734"/>
                  <a:pt x="192029" y="56800"/>
                  <a:pt x="174989" y="40998"/>
                </a:cubicBezTo>
                <a:cubicBezTo>
                  <a:pt x="157840" y="25087"/>
                  <a:pt x="134282" y="11651"/>
                  <a:pt x="104862" y="11651"/>
                </a:cubicBezTo>
                <a:close/>
                <a:moveTo>
                  <a:pt x="52431" y="93211"/>
                </a:moveTo>
                <a:cubicBezTo>
                  <a:pt x="52431" y="64273"/>
                  <a:pt x="75925" y="40780"/>
                  <a:pt x="104862" y="40780"/>
                </a:cubicBezTo>
                <a:cubicBezTo>
                  <a:pt x="133800" y="40780"/>
                  <a:pt x="157294" y="64273"/>
                  <a:pt x="157294" y="93211"/>
                </a:cubicBezTo>
                <a:cubicBezTo>
                  <a:pt x="157294" y="122149"/>
                  <a:pt x="133800" y="145642"/>
                  <a:pt x="104862" y="145642"/>
                </a:cubicBezTo>
                <a:cubicBezTo>
                  <a:pt x="75925" y="145642"/>
                  <a:pt x="52431" y="122149"/>
                  <a:pt x="52431" y="93211"/>
                </a:cubicBezTo>
                <a:close/>
                <a:moveTo>
                  <a:pt x="104862" y="69908"/>
                </a:moveTo>
                <a:cubicBezTo>
                  <a:pt x="104862" y="82761"/>
                  <a:pt x="94413" y="93211"/>
                  <a:pt x="81560" y="93211"/>
                </a:cubicBezTo>
                <a:cubicBezTo>
                  <a:pt x="77372" y="93211"/>
                  <a:pt x="73440" y="92119"/>
                  <a:pt x="70017" y="90153"/>
                </a:cubicBezTo>
                <a:cubicBezTo>
                  <a:pt x="69653" y="94121"/>
                  <a:pt x="69981" y="98199"/>
                  <a:pt x="71073" y="102241"/>
                </a:cubicBezTo>
                <a:cubicBezTo>
                  <a:pt x="76062" y="120883"/>
                  <a:pt x="95250" y="131952"/>
                  <a:pt x="113892" y="126964"/>
                </a:cubicBezTo>
                <a:cubicBezTo>
                  <a:pt x="132534" y="121975"/>
                  <a:pt x="143603" y="102787"/>
                  <a:pt x="138615" y="84145"/>
                </a:cubicBezTo>
                <a:cubicBezTo>
                  <a:pt x="134173" y="67505"/>
                  <a:pt x="118407" y="56910"/>
                  <a:pt x="101804" y="58366"/>
                </a:cubicBezTo>
                <a:cubicBezTo>
                  <a:pt x="103734" y="61752"/>
                  <a:pt x="104862" y="65685"/>
                  <a:pt x="104862" y="69908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0" name="Text 47"/>
          <p:cNvSpPr/>
          <p:nvPr/>
        </p:nvSpPr>
        <p:spPr>
          <a:xfrm>
            <a:off x="6662839" y="6265644"/>
            <a:ext cx="113717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Eye Detection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782828" y="5986011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182999" y="101440"/>
                </a:moveTo>
                <a:cubicBezTo>
                  <a:pt x="187551" y="96888"/>
                  <a:pt x="187551" y="89497"/>
                  <a:pt x="182999" y="84946"/>
                </a:cubicBezTo>
                <a:lnTo>
                  <a:pt x="124743" y="26689"/>
                </a:lnTo>
                <a:cubicBezTo>
                  <a:pt x="120191" y="22138"/>
                  <a:pt x="112800" y="22138"/>
                  <a:pt x="108249" y="26689"/>
                </a:cubicBezTo>
                <a:cubicBezTo>
                  <a:pt x="103697" y="31240"/>
                  <a:pt x="103697" y="38632"/>
                  <a:pt x="108249" y="43183"/>
                </a:cubicBezTo>
                <a:lnTo>
                  <a:pt x="146625" y="81560"/>
                </a:lnTo>
                <a:lnTo>
                  <a:pt x="11651" y="81560"/>
                </a:lnTo>
                <a:cubicBezTo>
                  <a:pt x="5207" y="81560"/>
                  <a:pt x="0" y="86766"/>
                  <a:pt x="0" y="93211"/>
                </a:cubicBezTo>
                <a:cubicBezTo>
                  <a:pt x="0" y="99656"/>
                  <a:pt x="5207" y="104862"/>
                  <a:pt x="11651" y="104862"/>
                </a:cubicBezTo>
                <a:lnTo>
                  <a:pt x="146625" y="104862"/>
                </a:lnTo>
                <a:lnTo>
                  <a:pt x="108249" y="143239"/>
                </a:lnTo>
                <a:cubicBezTo>
                  <a:pt x="103697" y="147790"/>
                  <a:pt x="103697" y="155182"/>
                  <a:pt x="108249" y="159733"/>
                </a:cubicBezTo>
                <a:cubicBezTo>
                  <a:pt x="112800" y="164284"/>
                  <a:pt x="120191" y="164284"/>
                  <a:pt x="124743" y="159733"/>
                </a:cubicBezTo>
                <a:lnTo>
                  <a:pt x="182999" y="10147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2" name="Shape 49"/>
          <p:cNvSpPr/>
          <p:nvPr/>
        </p:nvSpPr>
        <p:spPr>
          <a:xfrm>
            <a:off x="8261263" y="5669093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260991" y="0"/>
                </a:moveTo>
                <a:lnTo>
                  <a:pt x="260991" y="0"/>
                </a:lnTo>
                <a:cubicBezTo>
                  <a:pt x="405036" y="0"/>
                  <a:pt x="521982" y="116946"/>
                  <a:pt x="521982" y="260991"/>
                </a:cubicBezTo>
                <a:lnTo>
                  <a:pt x="521982" y="260991"/>
                </a:lnTo>
                <a:cubicBezTo>
                  <a:pt x="521982" y="405036"/>
                  <a:pt x="405036" y="521982"/>
                  <a:pt x="260991" y="521982"/>
                </a:cubicBezTo>
                <a:lnTo>
                  <a:pt x="260991" y="521982"/>
                </a:lnTo>
                <a:cubicBezTo>
                  <a:pt x="116946" y="521982"/>
                  <a:pt x="0" y="405036"/>
                  <a:pt x="0" y="260991"/>
                </a:cubicBezTo>
                <a:lnTo>
                  <a:pt x="0" y="260991"/>
                </a:lnTo>
                <a:cubicBezTo>
                  <a:pt x="0" y="116946"/>
                  <a:pt x="116946" y="0"/>
                  <a:pt x="26099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429042" y="5836873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163119" y="39797"/>
                </a:moveTo>
                <a:lnTo>
                  <a:pt x="182999" y="19917"/>
                </a:lnTo>
                <a:cubicBezTo>
                  <a:pt x="187551" y="15365"/>
                  <a:pt x="187551" y="7974"/>
                  <a:pt x="182999" y="3423"/>
                </a:cubicBezTo>
                <a:cubicBezTo>
                  <a:pt x="178448" y="-1129"/>
                  <a:pt x="171057" y="-1129"/>
                  <a:pt x="166505" y="3423"/>
                </a:cubicBezTo>
                <a:lnTo>
                  <a:pt x="146625" y="23303"/>
                </a:lnTo>
                <a:lnTo>
                  <a:pt x="64083" y="23303"/>
                </a:lnTo>
                <a:lnTo>
                  <a:pt x="64083" y="46606"/>
                </a:lnTo>
                <a:lnTo>
                  <a:pt x="123323" y="46606"/>
                </a:lnTo>
                <a:lnTo>
                  <a:pt x="46606" y="123323"/>
                </a:lnTo>
                <a:lnTo>
                  <a:pt x="46606" y="11651"/>
                </a:lnTo>
                <a:cubicBezTo>
                  <a:pt x="46606" y="5207"/>
                  <a:pt x="41399" y="0"/>
                  <a:pt x="34954" y="0"/>
                </a:cubicBezTo>
                <a:cubicBezTo>
                  <a:pt x="28509" y="0"/>
                  <a:pt x="23303" y="5207"/>
                  <a:pt x="23303" y="11651"/>
                </a:cubicBezTo>
                <a:lnTo>
                  <a:pt x="23303" y="23303"/>
                </a:lnTo>
                <a:lnTo>
                  <a:pt x="11651" y="23303"/>
                </a:lnTo>
                <a:cubicBezTo>
                  <a:pt x="5207" y="23303"/>
                  <a:pt x="0" y="28509"/>
                  <a:pt x="0" y="34954"/>
                </a:cubicBezTo>
                <a:cubicBezTo>
                  <a:pt x="0" y="41399"/>
                  <a:pt x="5207" y="46606"/>
                  <a:pt x="11651" y="46606"/>
                </a:cubicBezTo>
                <a:lnTo>
                  <a:pt x="23303" y="46606"/>
                </a:lnTo>
                <a:lnTo>
                  <a:pt x="23303" y="139817"/>
                </a:lnTo>
                <a:cubicBezTo>
                  <a:pt x="23303" y="152669"/>
                  <a:pt x="33753" y="163119"/>
                  <a:pt x="46606" y="163119"/>
                </a:cubicBezTo>
                <a:lnTo>
                  <a:pt x="122339" y="163119"/>
                </a:lnTo>
                <a:lnTo>
                  <a:pt x="122339" y="139817"/>
                </a:lnTo>
                <a:lnTo>
                  <a:pt x="63099" y="139817"/>
                </a:lnTo>
                <a:lnTo>
                  <a:pt x="139817" y="63099"/>
                </a:lnTo>
                <a:lnTo>
                  <a:pt x="139817" y="174771"/>
                </a:lnTo>
                <a:cubicBezTo>
                  <a:pt x="139817" y="181215"/>
                  <a:pt x="145023" y="186422"/>
                  <a:pt x="151468" y="186422"/>
                </a:cubicBezTo>
                <a:cubicBezTo>
                  <a:pt x="157913" y="186422"/>
                  <a:pt x="163119" y="181215"/>
                  <a:pt x="163119" y="174771"/>
                </a:cubicBezTo>
                <a:lnTo>
                  <a:pt x="163119" y="163119"/>
                </a:lnTo>
                <a:lnTo>
                  <a:pt x="174771" y="163119"/>
                </a:lnTo>
                <a:cubicBezTo>
                  <a:pt x="181215" y="163119"/>
                  <a:pt x="186422" y="157913"/>
                  <a:pt x="186422" y="151468"/>
                </a:cubicBezTo>
                <a:cubicBezTo>
                  <a:pt x="186422" y="145023"/>
                  <a:pt x="181215" y="139817"/>
                  <a:pt x="174771" y="139817"/>
                </a:cubicBezTo>
                <a:lnTo>
                  <a:pt x="163119" y="139817"/>
                </a:lnTo>
                <a:lnTo>
                  <a:pt x="163119" y="39797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4" name="Text 51"/>
          <p:cNvSpPr/>
          <p:nvPr/>
        </p:nvSpPr>
        <p:spPr>
          <a:xfrm>
            <a:off x="7955268" y="6265644"/>
            <a:ext cx="113717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Sclera Crop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9075257" y="5986011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182999" y="101440"/>
                </a:moveTo>
                <a:cubicBezTo>
                  <a:pt x="187551" y="96888"/>
                  <a:pt x="187551" y="89497"/>
                  <a:pt x="182999" y="84946"/>
                </a:cubicBezTo>
                <a:lnTo>
                  <a:pt x="124743" y="26689"/>
                </a:lnTo>
                <a:cubicBezTo>
                  <a:pt x="120191" y="22138"/>
                  <a:pt x="112800" y="22138"/>
                  <a:pt x="108249" y="26689"/>
                </a:cubicBezTo>
                <a:cubicBezTo>
                  <a:pt x="103697" y="31240"/>
                  <a:pt x="103697" y="38632"/>
                  <a:pt x="108249" y="43183"/>
                </a:cubicBezTo>
                <a:lnTo>
                  <a:pt x="146625" y="81560"/>
                </a:lnTo>
                <a:lnTo>
                  <a:pt x="11651" y="81560"/>
                </a:lnTo>
                <a:cubicBezTo>
                  <a:pt x="5207" y="81560"/>
                  <a:pt x="0" y="86766"/>
                  <a:pt x="0" y="93211"/>
                </a:cubicBezTo>
                <a:cubicBezTo>
                  <a:pt x="0" y="99656"/>
                  <a:pt x="5207" y="104862"/>
                  <a:pt x="11651" y="104862"/>
                </a:cubicBezTo>
                <a:lnTo>
                  <a:pt x="146625" y="104862"/>
                </a:lnTo>
                <a:lnTo>
                  <a:pt x="108249" y="143239"/>
                </a:lnTo>
                <a:cubicBezTo>
                  <a:pt x="103697" y="147790"/>
                  <a:pt x="103697" y="155182"/>
                  <a:pt x="108249" y="159733"/>
                </a:cubicBezTo>
                <a:cubicBezTo>
                  <a:pt x="112800" y="164284"/>
                  <a:pt x="120191" y="164284"/>
                  <a:pt x="124743" y="159733"/>
                </a:cubicBezTo>
                <a:lnTo>
                  <a:pt x="182999" y="10147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6" name="Shape 53"/>
          <p:cNvSpPr/>
          <p:nvPr/>
        </p:nvSpPr>
        <p:spPr>
          <a:xfrm>
            <a:off x="9553692" y="5669093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260991" y="0"/>
                </a:moveTo>
                <a:lnTo>
                  <a:pt x="260991" y="0"/>
                </a:lnTo>
                <a:cubicBezTo>
                  <a:pt x="405036" y="0"/>
                  <a:pt x="521982" y="116946"/>
                  <a:pt x="521982" y="260991"/>
                </a:cubicBezTo>
                <a:lnTo>
                  <a:pt x="521982" y="260991"/>
                </a:lnTo>
                <a:cubicBezTo>
                  <a:pt x="521982" y="405036"/>
                  <a:pt x="405036" y="521982"/>
                  <a:pt x="260991" y="521982"/>
                </a:cubicBezTo>
                <a:lnTo>
                  <a:pt x="260991" y="521982"/>
                </a:lnTo>
                <a:cubicBezTo>
                  <a:pt x="116946" y="521982"/>
                  <a:pt x="0" y="405036"/>
                  <a:pt x="0" y="260991"/>
                </a:cubicBezTo>
                <a:lnTo>
                  <a:pt x="0" y="260991"/>
                </a:lnTo>
                <a:cubicBezTo>
                  <a:pt x="0" y="116946"/>
                  <a:pt x="116946" y="0"/>
                  <a:pt x="26099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721471" y="5836873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43693" y="20390"/>
                </a:moveTo>
                <a:cubicBezTo>
                  <a:pt x="43693" y="9139"/>
                  <a:pt x="52832" y="0"/>
                  <a:pt x="64083" y="0"/>
                </a:cubicBezTo>
                <a:lnTo>
                  <a:pt x="72821" y="0"/>
                </a:lnTo>
                <a:cubicBezTo>
                  <a:pt x="79266" y="0"/>
                  <a:pt x="84472" y="5207"/>
                  <a:pt x="84472" y="11651"/>
                </a:cubicBezTo>
                <a:lnTo>
                  <a:pt x="84472" y="174771"/>
                </a:lnTo>
                <a:cubicBezTo>
                  <a:pt x="84472" y="181215"/>
                  <a:pt x="79266" y="186422"/>
                  <a:pt x="72821" y="186422"/>
                </a:cubicBezTo>
                <a:lnTo>
                  <a:pt x="61170" y="186422"/>
                </a:lnTo>
                <a:cubicBezTo>
                  <a:pt x="50319" y="186422"/>
                  <a:pt x="41180" y="178994"/>
                  <a:pt x="38595" y="168945"/>
                </a:cubicBezTo>
                <a:cubicBezTo>
                  <a:pt x="38340" y="168945"/>
                  <a:pt x="38122" y="168945"/>
                  <a:pt x="37867" y="168945"/>
                </a:cubicBezTo>
                <a:cubicBezTo>
                  <a:pt x="21774" y="168945"/>
                  <a:pt x="8739" y="155910"/>
                  <a:pt x="8739" y="139817"/>
                </a:cubicBezTo>
                <a:cubicBezTo>
                  <a:pt x="8739" y="133263"/>
                  <a:pt x="10923" y="127218"/>
                  <a:pt x="14564" y="122339"/>
                </a:cubicBezTo>
                <a:cubicBezTo>
                  <a:pt x="7501" y="117024"/>
                  <a:pt x="2913" y="108576"/>
                  <a:pt x="2913" y="99037"/>
                </a:cubicBezTo>
                <a:cubicBezTo>
                  <a:pt x="2913" y="87786"/>
                  <a:pt x="9321" y="77991"/>
                  <a:pt x="18642" y="73149"/>
                </a:cubicBezTo>
                <a:cubicBezTo>
                  <a:pt x="16057" y="68780"/>
                  <a:pt x="14564" y="63682"/>
                  <a:pt x="14564" y="58257"/>
                </a:cubicBezTo>
                <a:cubicBezTo>
                  <a:pt x="14564" y="42163"/>
                  <a:pt x="27599" y="29128"/>
                  <a:pt x="43693" y="29128"/>
                </a:cubicBezTo>
                <a:lnTo>
                  <a:pt x="43693" y="20390"/>
                </a:lnTo>
                <a:close/>
                <a:moveTo>
                  <a:pt x="142729" y="20390"/>
                </a:moveTo>
                <a:lnTo>
                  <a:pt x="142729" y="29128"/>
                </a:lnTo>
                <a:cubicBezTo>
                  <a:pt x="158823" y="29128"/>
                  <a:pt x="171858" y="42163"/>
                  <a:pt x="171858" y="58257"/>
                </a:cubicBezTo>
                <a:cubicBezTo>
                  <a:pt x="171858" y="63718"/>
                  <a:pt x="170365" y="68816"/>
                  <a:pt x="167780" y="73149"/>
                </a:cubicBezTo>
                <a:cubicBezTo>
                  <a:pt x="177137" y="77991"/>
                  <a:pt x="183509" y="87749"/>
                  <a:pt x="183509" y="99037"/>
                </a:cubicBezTo>
                <a:cubicBezTo>
                  <a:pt x="183509" y="108576"/>
                  <a:pt x="178921" y="117024"/>
                  <a:pt x="171858" y="122339"/>
                </a:cubicBezTo>
                <a:cubicBezTo>
                  <a:pt x="175499" y="127218"/>
                  <a:pt x="177683" y="133263"/>
                  <a:pt x="177683" y="139817"/>
                </a:cubicBezTo>
                <a:cubicBezTo>
                  <a:pt x="177683" y="155910"/>
                  <a:pt x="164649" y="168945"/>
                  <a:pt x="148555" y="168945"/>
                </a:cubicBezTo>
                <a:cubicBezTo>
                  <a:pt x="148300" y="168945"/>
                  <a:pt x="148082" y="168945"/>
                  <a:pt x="147827" y="168945"/>
                </a:cubicBezTo>
                <a:cubicBezTo>
                  <a:pt x="145242" y="178994"/>
                  <a:pt x="136103" y="186422"/>
                  <a:pt x="125252" y="186422"/>
                </a:cubicBezTo>
                <a:lnTo>
                  <a:pt x="113601" y="186422"/>
                </a:lnTo>
                <a:cubicBezTo>
                  <a:pt x="107156" y="186422"/>
                  <a:pt x="101950" y="181215"/>
                  <a:pt x="101950" y="174771"/>
                </a:cubicBezTo>
                <a:lnTo>
                  <a:pt x="101950" y="11651"/>
                </a:lnTo>
                <a:cubicBezTo>
                  <a:pt x="101950" y="5207"/>
                  <a:pt x="107156" y="0"/>
                  <a:pt x="113601" y="0"/>
                </a:cubicBezTo>
                <a:lnTo>
                  <a:pt x="122339" y="0"/>
                </a:lnTo>
                <a:cubicBezTo>
                  <a:pt x="133590" y="0"/>
                  <a:pt x="142729" y="9139"/>
                  <a:pt x="142729" y="2039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8" name="Text 55"/>
          <p:cNvSpPr/>
          <p:nvPr/>
        </p:nvSpPr>
        <p:spPr>
          <a:xfrm>
            <a:off x="9247697" y="6265644"/>
            <a:ext cx="113717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10367686" y="5986011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182999" y="101440"/>
                </a:moveTo>
                <a:cubicBezTo>
                  <a:pt x="187551" y="96888"/>
                  <a:pt x="187551" y="89497"/>
                  <a:pt x="182999" y="84946"/>
                </a:cubicBezTo>
                <a:lnTo>
                  <a:pt x="124743" y="26689"/>
                </a:lnTo>
                <a:cubicBezTo>
                  <a:pt x="120191" y="22138"/>
                  <a:pt x="112800" y="22138"/>
                  <a:pt x="108249" y="26689"/>
                </a:cubicBezTo>
                <a:cubicBezTo>
                  <a:pt x="103697" y="31240"/>
                  <a:pt x="103697" y="38632"/>
                  <a:pt x="108249" y="43183"/>
                </a:cubicBezTo>
                <a:lnTo>
                  <a:pt x="146625" y="81560"/>
                </a:lnTo>
                <a:lnTo>
                  <a:pt x="11651" y="81560"/>
                </a:lnTo>
                <a:cubicBezTo>
                  <a:pt x="5207" y="81560"/>
                  <a:pt x="0" y="86766"/>
                  <a:pt x="0" y="93211"/>
                </a:cubicBezTo>
                <a:cubicBezTo>
                  <a:pt x="0" y="99656"/>
                  <a:pt x="5207" y="104862"/>
                  <a:pt x="11651" y="104862"/>
                </a:cubicBezTo>
                <a:lnTo>
                  <a:pt x="146625" y="104862"/>
                </a:lnTo>
                <a:lnTo>
                  <a:pt x="108249" y="143239"/>
                </a:lnTo>
                <a:cubicBezTo>
                  <a:pt x="103697" y="147790"/>
                  <a:pt x="103697" y="155182"/>
                  <a:pt x="108249" y="159733"/>
                </a:cubicBezTo>
                <a:cubicBezTo>
                  <a:pt x="112800" y="164284"/>
                  <a:pt x="120191" y="164284"/>
                  <a:pt x="124743" y="159733"/>
                </a:cubicBezTo>
                <a:lnTo>
                  <a:pt x="182999" y="10147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60" name="Shape 57"/>
          <p:cNvSpPr/>
          <p:nvPr/>
        </p:nvSpPr>
        <p:spPr>
          <a:xfrm>
            <a:off x="10846120" y="5669093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260991" y="0"/>
                </a:moveTo>
                <a:lnTo>
                  <a:pt x="260991" y="0"/>
                </a:lnTo>
                <a:cubicBezTo>
                  <a:pt x="405036" y="0"/>
                  <a:pt x="521982" y="116946"/>
                  <a:pt x="521982" y="260991"/>
                </a:cubicBezTo>
                <a:lnTo>
                  <a:pt x="521982" y="260991"/>
                </a:lnTo>
                <a:cubicBezTo>
                  <a:pt x="521982" y="405036"/>
                  <a:pt x="405036" y="521982"/>
                  <a:pt x="260991" y="521982"/>
                </a:cubicBezTo>
                <a:lnTo>
                  <a:pt x="260991" y="521982"/>
                </a:lnTo>
                <a:cubicBezTo>
                  <a:pt x="116946" y="521982"/>
                  <a:pt x="0" y="405036"/>
                  <a:pt x="0" y="260991"/>
                </a:cubicBezTo>
                <a:lnTo>
                  <a:pt x="0" y="260991"/>
                </a:lnTo>
                <a:cubicBezTo>
                  <a:pt x="0" y="116946"/>
                  <a:pt x="116946" y="0"/>
                  <a:pt x="26099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11037203" y="5836873"/>
            <a:ext cx="139817" cy="186422"/>
          </a:xfrm>
          <a:custGeom>
            <a:avLst/>
            <a:gdLst/>
            <a:ahLst/>
            <a:cxnLst/>
            <a:rect l="l" t="t" r="r" b="b"/>
            <a:pathLst>
              <a:path w="139817" h="186422">
                <a:moveTo>
                  <a:pt x="113382" y="11651"/>
                </a:moveTo>
                <a:lnTo>
                  <a:pt x="116514" y="11651"/>
                </a:lnTo>
                <a:cubicBezTo>
                  <a:pt x="129367" y="11651"/>
                  <a:pt x="139817" y="22101"/>
                  <a:pt x="139817" y="34954"/>
                </a:cubicBezTo>
                <a:lnTo>
                  <a:pt x="139817" y="163119"/>
                </a:lnTo>
                <a:cubicBezTo>
                  <a:pt x="139817" y="175972"/>
                  <a:pt x="129367" y="186422"/>
                  <a:pt x="116514" y="186422"/>
                </a:cubicBezTo>
                <a:lnTo>
                  <a:pt x="23303" y="186422"/>
                </a:lnTo>
                <a:cubicBezTo>
                  <a:pt x="10450" y="186422"/>
                  <a:pt x="0" y="175972"/>
                  <a:pt x="0" y="163119"/>
                </a:cubicBezTo>
                <a:lnTo>
                  <a:pt x="0" y="34954"/>
                </a:lnTo>
                <a:cubicBezTo>
                  <a:pt x="0" y="22101"/>
                  <a:pt x="10450" y="11651"/>
                  <a:pt x="23303" y="11651"/>
                </a:cubicBezTo>
                <a:lnTo>
                  <a:pt x="26434" y="11651"/>
                </a:lnTo>
                <a:cubicBezTo>
                  <a:pt x="30439" y="4697"/>
                  <a:pt x="37976" y="0"/>
                  <a:pt x="46606" y="0"/>
                </a:cubicBezTo>
                <a:lnTo>
                  <a:pt x="93211" y="0"/>
                </a:lnTo>
                <a:cubicBezTo>
                  <a:pt x="101840" y="0"/>
                  <a:pt x="109377" y="4697"/>
                  <a:pt x="113382" y="11651"/>
                </a:cubicBezTo>
                <a:close/>
                <a:moveTo>
                  <a:pt x="90298" y="40780"/>
                </a:moveTo>
                <a:cubicBezTo>
                  <a:pt x="95141" y="40780"/>
                  <a:pt x="99037" y="36884"/>
                  <a:pt x="99037" y="32041"/>
                </a:cubicBezTo>
                <a:cubicBezTo>
                  <a:pt x="99037" y="27199"/>
                  <a:pt x="95141" y="23303"/>
                  <a:pt x="90298" y="23303"/>
                </a:cubicBezTo>
                <a:lnTo>
                  <a:pt x="49518" y="23303"/>
                </a:lnTo>
                <a:cubicBezTo>
                  <a:pt x="44676" y="23303"/>
                  <a:pt x="40780" y="27199"/>
                  <a:pt x="40780" y="32041"/>
                </a:cubicBezTo>
                <a:cubicBezTo>
                  <a:pt x="40780" y="36884"/>
                  <a:pt x="44676" y="40780"/>
                  <a:pt x="49518" y="40780"/>
                </a:cubicBezTo>
                <a:lnTo>
                  <a:pt x="90298" y="40780"/>
                </a:lnTo>
                <a:close/>
                <a:moveTo>
                  <a:pt x="100639" y="94922"/>
                </a:moveTo>
                <a:cubicBezTo>
                  <a:pt x="103188" y="90844"/>
                  <a:pt x="101950" y="85456"/>
                  <a:pt x="97872" y="82870"/>
                </a:cubicBezTo>
                <a:cubicBezTo>
                  <a:pt x="93794" y="80285"/>
                  <a:pt x="88405" y="81560"/>
                  <a:pt x="85820" y="85638"/>
                </a:cubicBezTo>
                <a:lnTo>
                  <a:pt x="63464" y="121429"/>
                </a:lnTo>
                <a:lnTo>
                  <a:pt x="53633" y="108321"/>
                </a:lnTo>
                <a:cubicBezTo>
                  <a:pt x="50720" y="104462"/>
                  <a:pt x="45258" y="103661"/>
                  <a:pt x="41399" y="106574"/>
                </a:cubicBezTo>
                <a:cubicBezTo>
                  <a:pt x="37539" y="109487"/>
                  <a:pt x="36738" y="114948"/>
                  <a:pt x="39651" y="118808"/>
                </a:cubicBezTo>
                <a:lnTo>
                  <a:pt x="57128" y="142110"/>
                </a:lnTo>
                <a:cubicBezTo>
                  <a:pt x="58839" y="144404"/>
                  <a:pt x="61607" y="145715"/>
                  <a:pt x="64483" y="145606"/>
                </a:cubicBezTo>
                <a:cubicBezTo>
                  <a:pt x="67360" y="145497"/>
                  <a:pt x="69981" y="143967"/>
                  <a:pt x="71510" y="141491"/>
                </a:cubicBezTo>
                <a:lnTo>
                  <a:pt x="100639" y="94886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62" name="Text 59"/>
          <p:cNvSpPr/>
          <p:nvPr/>
        </p:nvSpPr>
        <p:spPr>
          <a:xfrm>
            <a:off x="10540126" y="6265644"/>
            <a:ext cx="113717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236354"/>
            <a:ext cx="74116" cy="370578"/>
          </a:xfrm>
          <a:custGeom>
            <a:avLst/>
            <a:gdLst/>
            <a:ahLst/>
            <a:cxnLst/>
            <a:rect l="l" t="t" r="r" b="b"/>
            <a:pathLst>
              <a:path w="74116" h="370578">
                <a:moveTo>
                  <a:pt x="37058" y="0"/>
                </a:moveTo>
                <a:lnTo>
                  <a:pt x="37058" y="0"/>
                </a:lnTo>
                <a:cubicBezTo>
                  <a:pt x="57524" y="0"/>
                  <a:pt x="74116" y="16591"/>
                  <a:pt x="74116" y="37058"/>
                </a:cubicBezTo>
                <a:lnTo>
                  <a:pt x="74116" y="333520"/>
                </a:lnTo>
                <a:cubicBezTo>
                  <a:pt x="74116" y="353986"/>
                  <a:pt x="57524" y="370578"/>
                  <a:pt x="37058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5866" y="236354"/>
            <a:ext cx="7513459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Module 2: Face / Skin Disease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5866" y="681047"/>
            <a:ext cx="1134893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5-class classifier for facial skin conditions using EfficientNetB0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578" y="1088682"/>
            <a:ext cx="6596280" cy="2186407"/>
          </a:xfrm>
          <a:custGeom>
            <a:avLst/>
            <a:gdLst/>
            <a:ahLst/>
            <a:cxnLst/>
            <a:rect l="l" t="t" r="r" b="b"/>
            <a:pathLst>
              <a:path w="6596280" h="2186407">
                <a:moveTo>
                  <a:pt x="148238" y="0"/>
                </a:moveTo>
                <a:lnTo>
                  <a:pt x="6448041" y="0"/>
                </a:lnTo>
                <a:cubicBezTo>
                  <a:pt x="6529911" y="0"/>
                  <a:pt x="6596280" y="66369"/>
                  <a:pt x="6596280" y="148238"/>
                </a:cubicBezTo>
                <a:lnTo>
                  <a:pt x="6596280" y="2038169"/>
                </a:lnTo>
                <a:cubicBezTo>
                  <a:pt x="6596280" y="2120039"/>
                  <a:pt x="6529911" y="2186407"/>
                  <a:pt x="6448041" y="2186407"/>
                </a:cubicBezTo>
                <a:lnTo>
                  <a:pt x="148238" y="2186407"/>
                </a:lnTo>
                <a:cubicBezTo>
                  <a:pt x="66369" y="2186407"/>
                  <a:pt x="0" y="2120039"/>
                  <a:pt x="0" y="2038169"/>
                </a:cubicBezTo>
                <a:lnTo>
                  <a:pt x="0" y="148238"/>
                </a:lnTo>
                <a:cubicBezTo>
                  <a:pt x="0" y="66423"/>
                  <a:pt x="66423" y="0"/>
                  <a:pt x="14823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55866" y="1273971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111173" y="0"/>
                </a:moveTo>
                <a:lnTo>
                  <a:pt x="333520" y="0"/>
                </a:lnTo>
                <a:cubicBezTo>
                  <a:pt x="394919" y="0"/>
                  <a:pt x="444693" y="49774"/>
                  <a:pt x="444693" y="111173"/>
                </a:cubicBezTo>
                <a:lnTo>
                  <a:pt x="444693" y="333520"/>
                </a:lnTo>
                <a:cubicBezTo>
                  <a:pt x="444693" y="394919"/>
                  <a:pt x="394919" y="444693"/>
                  <a:pt x="333520" y="444693"/>
                </a:cubicBezTo>
                <a:lnTo>
                  <a:pt x="111173" y="444693"/>
                </a:lnTo>
                <a:cubicBezTo>
                  <a:pt x="49774" y="444693"/>
                  <a:pt x="0" y="394919"/>
                  <a:pt x="0" y="333520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0936" y="1385144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97277" y="107699"/>
                </a:moveTo>
                <a:cubicBezTo>
                  <a:pt x="126038" y="107699"/>
                  <a:pt x="149389" y="84348"/>
                  <a:pt x="149389" y="55587"/>
                </a:cubicBezTo>
                <a:cubicBezTo>
                  <a:pt x="149389" y="26825"/>
                  <a:pt x="126038" y="3474"/>
                  <a:pt x="97277" y="3474"/>
                </a:cubicBezTo>
                <a:cubicBezTo>
                  <a:pt x="68515" y="3474"/>
                  <a:pt x="45164" y="26825"/>
                  <a:pt x="45164" y="55587"/>
                </a:cubicBezTo>
                <a:cubicBezTo>
                  <a:pt x="45164" y="84348"/>
                  <a:pt x="68515" y="107699"/>
                  <a:pt x="97277" y="107699"/>
                </a:cubicBezTo>
                <a:close/>
                <a:moveTo>
                  <a:pt x="84379" y="132018"/>
                </a:moveTo>
                <a:cubicBezTo>
                  <a:pt x="41603" y="132018"/>
                  <a:pt x="6948" y="166673"/>
                  <a:pt x="6948" y="209449"/>
                </a:cubicBezTo>
                <a:cubicBezTo>
                  <a:pt x="6948" y="216571"/>
                  <a:pt x="12724" y="222347"/>
                  <a:pt x="19846" y="222347"/>
                </a:cubicBezTo>
                <a:lnTo>
                  <a:pt x="174707" y="222347"/>
                </a:lnTo>
                <a:cubicBezTo>
                  <a:pt x="181829" y="222347"/>
                  <a:pt x="187605" y="216571"/>
                  <a:pt x="187605" y="209449"/>
                </a:cubicBezTo>
                <a:cubicBezTo>
                  <a:pt x="187605" y="166673"/>
                  <a:pt x="152950" y="132018"/>
                  <a:pt x="110174" y="132018"/>
                </a:cubicBezTo>
                <a:lnTo>
                  <a:pt x="84379" y="132018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111733" y="1348086"/>
            <a:ext cx="278859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Skin Conditions Detected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5866" y="1866895"/>
            <a:ext cx="1158055" cy="1222906"/>
          </a:xfrm>
          <a:custGeom>
            <a:avLst/>
            <a:gdLst/>
            <a:ahLst/>
            <a:cxnLst/>
            <a:rect l="l" t="t" r="r" b="b"/>
            <a:pathLst>
              <a:path w="1158055" h="1222906">
                <a:moveTo>
                  <a:pt x="111173" y="0"/>
                </a:moveTo>
                <a:lnTo>
                  <a:pt x="1046881" y="0"/>
                </a:lnTo>
                <a:cubicBezTo>
                  <a:pt x="1108281" y="0"/>
                  <a:pt x="1158055" y="49774"/>
                  <a:pt x="1158055" y="111173"/>
                </a:cubicBezTo>
                <a:lnTo>
                  <a:pt x="1158055" y="1111733"/>
                </a:lnTo>
                <a:cubicBezTo>
                  <a:pt x="1158055" y="1173132"/>
                  <a:pt x="1108281" y="1222906"/>
                  <a:pt x="1046881" y="1222906"/>
                </a:cubicBezTo>
                <a:lnTo>
                  <a:pt x="111173" y="1222906"/>
                </a:lnTo>
                <a:cubicBezTo>
                  <a:pt x="49774" y="1222906"/>
                  <a:pt x="0" y="1173132"/>
                  <a:pt x="0" y="111173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1968" y="197806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1670" y="2107770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92644" y="185289"/>
                </a:moveTo>
                <a:cubicBezTo>
                  <a:pt x="143776" y="185289"/>
                  <a:pt x="185289" y="143776"/>
                  <a:pt x="185289" y="92644"/>
                </a:cubicBezTo>
                <a:cubicBezTo>
                  <a:pt x="185289" y="41513"/>
                  <a:pt x="143776" y="0"/>
                  <a:pt x="92644" y="0"/>
                </a:cubicBezTo>
                <a:cubicBezTo>
                  <a:pt x="41513" y="0"/>
                  <a:pt x="0" y="41513"/>
                  <a:pt x="0" y="92644"/>
                </a:cubicBezTo>
                <a:cubicBezTo>
                  <a:pt x="0" y="143776"/>
                  <a:pt x="41513" y="185289"/>
                  <a:pt x="92644" y="185289"/>
                </a:cubicBezTo>
                <a:close/>
                <a:moveTo>
                  <a:pt x="92644" y="57903"/>
                </a:moveTo>
                <a:cubicBezTo>
                  <a:pt x="111819" y="57903"/>
                  <a:pt x="127386" y="73470"/>
                  <a:pt x="127386" y="92644"/>
                </a:cubicBezTo>
                <a:cubicBezTo>
                  <a:pt x="127386" y="111819"/>
                  <a:pt x="111819" y="127386"/>
                  <a:pt x="92644" y="127386"/>
                </a:cubicBezTo>
                <a:cubicBezTo>
                  <a:pt x="73470" y="127386"/>
                  <a:pt x="57903" y="111819"/>
                  <a:pt x="57903" y="92644"/>
                </a:cubicBezTo>
                <a:cubicBezTo>
                  <a:pt x="57903" y="73470"/>
                  <a:pt x="73470" y="57903"/>
                  <a:pt x="92644" y="5790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29982" y="2496876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9982" y="2756281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23936" y="1866895"/>
            <a:ext cx="1158055" cy="1222906"/>
          </a:xfrm>
          <a:custGeom>
            <a:avLst/>
            <a:gdLst/>
            <a:ahLst/>
            <a:cxnLst/>
            <a:rect l="l" t="t" r="r" b="b"/>
            <a:pathLst>
              <a:path w="1158055" h="1222906">
                <a:moveTo>
                  <a:pt x="111173" y="0"/>
                </a:moveTo>
                <a:lnTo>
                  <a:pt x="1046881" y="0"/>
                </a:lnTo>
                <a:cubicBezTo>
                  <a:pt x="1108281" y="0"/>
                  <a:pt x="1158055" y="49774"/>
                  <a:pt x="1158055" y="111173"/>
                </a:cubicBezTo>
                <a:lnTo>
                  <a:pt x="1158055" y="1111733"/>
                </a:lnTo>
                <a:cubicBezTo>
                  <a:pt x="1158055" y="1173132"/>
                  <a:pt x="1108281" y="1222906"/>
                  <a:pt x="1046881" y="1222906"/>
                </a:cubicBezTo>
                <a:lnTo>
                  <a:pt x="111173" y="1222906"/>
                </a:lnTo>
                <a:cubicBezTo>
                  <a:pt x="49774" y="1222906"/>
                  <a:pt x="0" y="1173132"/>
                  <a:pt x="0" y="111173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0038" y="197806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740" y="2107770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04225" y="11581"/>
                </a:moveTo>
                <a:cubicBezTo>
                  <a:pt x="104225" y="5175"/>
                  <a:pt x="99050" y="0"/>
                  <a:pt x="92644" y="0"/>
                </a:cubicBezTo>
                <a:cubicBezTo>
                  <a:pt x="86239" y="0"/>
                  <a:pt x="81064" y="5175"/>
                  <a:pt x="81064" y="11581"/>
                </a:cubicBezTo>
                <a:lnTo>
                  <a:pt x="81064" y="86854"/>
                </a:lnTo>
                <a:cubicBezTo>
                  <a:pt x="81064" y="90039"/>
                  <a:pt x="78458" y="92644"/>
                  <a:pt x="75274" y="92644"/>
                </a:cubicBezTo>
                <a:cubicBezTo>
                  <a:pt x="72089" y="92644"/>
                  <a:pt x="69483" y="90039"/>
                  <a:pt x="69483" y="86854"/>
                </a:cubicBezTo>
                <a:lnTo>
                  <a:pt x="69483" y="23161"/>
                </a:lnTo>
                <a:cubicBezTo>
                  <a:pt x="69483" y="16756"/>
                  <a:pt x="64308" y="11581"/>
                  <a:pt x="57903" y="11581"/>
                </a:cubicBezTo>
                <a:cubicBezTo>
                  <a:pt x="51497" y="11581"/>
                  <a:pt x="46322" y="16756"/>
                  <a:pt x="46322" y="23161"/>
                </a:cubicBezTo>
                <a:lnTo>
                  <a:pt x="46322" y="121596"/>
                </a:lnTo>
                <a:cubicBezTo>
                  <a:pt x="46322" y="122139"/>
                  <a:pt x="46322" y="122718"/>
                  <a:pt x="46358" y="123260"/>
                </a:cubicBezTo>
                <a:lnTo>
                  <a:pt x="24464" y="102415"/>
                </a:lnTo>
                <a:cubicBezTo>
                  <a:pt x="18674" y="96915"/>
                  <a:pt x="9518" y="97132"/>
                  <a:pt x="3981" y="102922"/>
                </a:cubicBezTo>
                <a:cubicBezTo>
                  <a:pt x="-1556" y="108712"/>
                  <a:pt x="-1303" y="117868"/>
                  <a:pt x="4487" y="123405"/>
                </a:cubicBezTo>
                <a:lnTo>
                  <a:pt x="45164" y="162128"/>
                </a:lnTo>
                <a:cubicBezTo>
                  <a:pt x="60762" y="177001"/>
                  <a:pt x="81498" y="185289"/>
                  <a:pt x="103067" y="185289"/>
                </a:cubicBezTo>
                <a:lnTo>
                  <a:pt x="110015" y="185289"/>
                </a:lnTo>
                <a:cubicBezTo>
                  <a:pt x="145191" y="185289"/>
                  <a:pt x="173708" y="156772"/>
                  <a:pt x="173708" y="121596"/>
                </a:cubicBezTo>
                <a:lnTo>
                  <a:pt x="173708" y="46322"/>
                </a:lnTo>
                <a:cubicBezTo>
                  <a:pt x="173708" y="39917"/>
                  <a:pt x="168533" y="34742"/>
                  <a:pt x="162128" y="34742"/>
                </a:cubicBezTo>
                <a:cubicBezTo>
                  <a:pt x="155722" y="34742"/>
                  <a:pt x="150547" y="39917"/>
                  <a:pt x="150547" y="46322"/>
                </a:cubicBezTo>
                <a:lnTo>
                  <a:pt x="150547" y="86854"/>
                </a:lnTo>
                <a:cubicBezTo>
                  <a:pt x="150547" y="90039"/>
                  <a:pt x="147941" y="92644"/>
                  <a:pt x="144757" y="92644"/>
                </a:cubicBezTo>
                <a:cubicBezTo>
                  <a:pt x="141572" y="92644"/>
                  <a:pt x="138967" y="90039"/>
                  <a:pt x="138967" y="86854"/>
                </a:cubicBezTo>
                <a:lnTo>
                  <a:pt x="138967" y="23161"/>
                </a:lnTo>
                <a:cubicBezTo>
                  <a:pt x="138967" y="16756"/>
                  <a:pt x="133792" y="11581"/>
                  <a:pt x="127386" y="11581"/>
                </a:cubicBezTo>
                <a:cubicBezTo>
                  <a:pt x="120981" y="11581"/>
                  <a:pt x="115805" y="16756"/>
                  <a:pt x="115805" y="23161"/>
                </a:cubicBezTo>
                <a:lnTo>
                  <a:pt x="115805" y="86854"/>
                </a:lnTo>
                <a:cubicBezTo>
                  <a:pt x="115805" y="90039"/>
                  <a:pt x="113200" y="92644"/>
                  <a:pt x="110015" y="92644"/>
                </a:cubicBezTo>
                <a:cubicBezTo>
                  <a:pt x="106831" y="92644"/>
                  <a:pt x="104225" y="90039"/>
                  <a:pt x="104225" y="86854"/>
                </a:cubicBezTo>
                <a:lnTo>
                  <a:pt x="104225" y="11581"/>
                </a:lnTo>
                <a:close/>
                <a:moveTo>
                  <a:pt x="72378" y="127386"/>
                </a:moveTo>
                <a:cubicBezTo>
                  <a:pt x="72378" y="122592"/>
                  <a:pt x="76270" y="118701"/>
                  <a:pt x="81064" y="118701"/>
                </a:cubicBezTo>
                <a:cubicBezTo>
                  <a:pt x="85857" y="118701"/>
                  <a:pt x="89749" y="122592"/>
                  <a:pt x="89749" y="127386"/>
                </a:cubicBezTo>
                <a:cubicBezTo>
                  <a:pt x="89749" y="132180"/>
                  <a:pt x="85857" y="136071"/>
                  <a:pt x="81064" y="136071"/>
                </a:cubicBezTo>
                <a:cubicBezTo>
                  <a:pt x="76270" y="136071"/>
                  <a:pt x="72378" y="132180"/>
                  <a:pt x="72378" y="127386"/>
                </a:cubicBezTo>
                <a:close/>
                <a:moveTo>
                  <a:pt x="115805" y="107120"/>
                </a:moveTo>
                <a:cubicBezTo>
                  <a:pt x="120599" y="107120"/>
                  <a:pt x="124491" y="111012"/>
                  <a:pt x="124491" y="115805"/>
                </a:cubicBezTo>
                <a:cubicBezTo>
                  <a:pt x="124491" y="120599"/>
                  <a:pt x="120599" y="124491"/>
                  <a:pt x="115805" y="124491"/>
                </a:cubicBezTo>
                <a:cubicBezTo>
                  <a:pt x="111012" y="124491"/>
                  <a:pt x="107120" y="120599"/>
                  <a:pt x="107120" y="115805"/>
                </a:cubicBezTo>
                <a:cubicBezTo>
                  <a:pt x="107120" y="111012"/>
                  <a:pt x="111012" y="107120"/>
                  <a:pt x="115805" y="107120"/>
                </a:cubicBezTo>
                <a:close/>
                <a:moveTo>
                  <a:pt x="130281" y="138967"/>
                </a:moveTo>
                <a:cubicBezTo>
                  <a:pt x="130281" y="134173"/>
                  <a:pt x="134173" y="130281"/>
                  <a:pt x="138967" y="130281"/>
                </a:cubicBezTo>
                <a:cubicBezTo>
                  <a:pt x="143760" y="130281"/>
                  <a:pt x="147652" y="134173"/>
                  <a:pt x="147652" y="138967"/>
                </a:cubicBezTo>
                <a:cubicBezTo>
                  <a:pt x="147652" y="143760"/>
                  <a:pt x="143760" y="147652"/>
                  <a:pt x="138967" y="147652"/>
                </a:cubicBezTo>
                <a:cubicBezTo>
                  <a:pt x="134173" y="147652"/>
                  <a:pt x="130281" y="143760"/>
                  <a:pt x="130281" y="138967"/>
                </a:cubicBezTo>
                <a:close/>
                <a:moveTo>
                  <a:pt x="98435" y="147652"/>
                </a:moveTo>
                <a:cubicBezTo>
                  <a:pt x="103228" y="147652"/>
                  <a:pt x="107120" y="151544"/>
                  <a:pt x="107120" y="156337"/>
                </a:cubicBezTo>
                <a:cubicBezTo>
                  <a:pt x="107120" y="161131"/>
                  <a:pt x="103228" y="165023"/>
                  <a:pt x="98435" y="165023"/>
                </a:cubicBezTo>
                <a:cubicBezTo>
                  <a:pt x="93641" y="165023"/>
                  <a:pt x="89749" y="161131"/>
                  <a:pt x="89749" y="156337"/>
                </a:cubicBezTo>
                <a:cubicBezTo>
                  <a:pt x="89749" y="151544"/>
                  <a:pt x="93641" y="147652"/>
                  <a:pt x="98435" y="14765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898052" y="2496876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Eczema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98052" y="2756281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92006" y="1866895"/>
            <a:ext cx="1158055" cy="1222906"/>
          </a:xfrm>
          <a:custGeom>
            <a:avLst/>
            <a:gdLst/>
            <a:ahLst/>
            <a:cxnLst/>
            <a:rect l="l" t="t" r="r" b="b"/>
            <a:pathLst>
              <a:path w="1158055" h="1222906">
                <a:moveTo>
                  <a:pt x="111173" y="0"/>
                </a:moveTo>
                <a:lnTo>
                  <a:pt x="1046881" y="0"/>
                </a:lnTo>
                <a:cubicBezTo>
                  <a:pt x="1108281" y="0"/>
                  <a:pt x="1158055" y="49774"/>
                  <a:pt x="1158055" y="111173"/>
                </a:cubicBezTo>
                <a:lnTo>
                  <a:pt x="1158055" y="1111733"/>
                </a:lnTo>
                <a:cubicBezTo>
                  <a:pt x="1158055" y="1173132"/>
                  <a:pt x="1108281" y="1222906"/>
                  <a:pt x="1046881" y="1222906"/>
                </a:cubicBezTo>
                <a:lnTo>
                  <a:pt x="111173" y="1222906"/>
                </a:lnTo>
                <a:cubicBezTo>
                  <a:pt x="49774" y="1222906"/>
                  <a:pt x="0" y="1173132"/>
                  <a:pt x="0" y="111173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48108" y="197806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77810" y="2107770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07120" y="14476"/>
                </a:moveTo>
                <a:cubicBezTo>
                  <a:pt x="107120" y="6478"/>
                  <a:pt x="100642" y="0"/>
                  <a:pt x="92644" y="0"/>
                </a:cubicBezTo>
                <a:cubicBezTo>
                  <a:pt x="84647" y="0"/>
                  <a:pt x="78169" y="6478"/>
                  <a:pt x="78169" y="14476"/>
                </a:cubicBezTo>
                <a:cubicBezTo>
                  <a:pt x="78169" y="30435"/>
                  <a:pt x="58880" y="38397"/>
                  <a:pt x="47589" y="27142"/>
                </a:cubicBezTo>
                <a:cubicBezTo>
                  <a:pt x="41943" y="21496"/>
                  <a:pt x="32787" y="21496"/>
                  <a:pt x="27106" y="27142"/>
                </a:cubicBezTo>
                <a:cubicBezTo>
                  <a:pt x="21424" y="32787"/>
                  <a:pt x="21460" y="41943"/>
                  <a:pt x="27106" y="47625"/>
                </a:cubicBezTo>
                <a:cubicBezTo>
                  <a:pt x="38397" y="58916"/>
                  <a:pt x="30399" y="78205"/>
                  <a:pt x="14439" y="78205"/>
                </a:cubicBezTo>
                <a:cubicBezTo>
                  <a:pt x="6442" y="78205"/>
                  <a:pt x="-36" y="84683"/>
                  <a:pt x="-36" y="92681"/>
                </a:cubicBezTo>
                <a:cubicBezTo>
                  <a:pt x="-36" y="100678"/>
                  <a:pt x="6442" y="107156"/>
                  <a:pt x="14439" y="107156"/>
                </a:cubicBezTo>
                <a:cubicBezTo>
                  <a:pt x="30399" y="107156"/>
                  <a:pt x="38361" y="126445"/>
                  <a:pt x="27106" y="137736"/>
                </a:cubicBezTo>
                <a:cubicBezTo>
                  <a:pt x="21460" y="143382"/>
                  <a:pt x="21460" y="152538"/>
                  <a:pt x="27106" y="158219"/>
                </a:cubicBezTo>
                <a:cubicBezTo>
                  <a:pt x="32751" y="163901"/>
                  <a:pt x="41907" y="163865"/>
                  <a:pt x="47589" y="158219"/>
                </a:cubicBezTo>
                <a:cubicBezTo>
                  <a:pt x="58880" y="146928"/>
                  <a:pt x="78169" y="154926"/>
                  <a:pt x="78169" y="170885"/>
                </a:cubicBezTo>
                <a:cubicBezTo>
                  <a:pt x="78169" y="178883"/>
                  <a:pt x="84647" y="185361"/>
                  <a:pt x="92644" y="185361"/>
                </a:cubicBezTo>
                <a:cubicBezTo>
                  <a:pt x="100642" y="185361"/>
                  <a:pt x="107120" y="178883"/>
                  <a:pt x="107120" y="170885"/>
                </a:cubicBezTo>
                <a:cubicBezTo>
                  <a:pt x="107120" y="154926"/>
                  <a:pt x="126409" y="146964"/>
                  <a:pt x="137700" y="158219"/>
                </a:cubicBezTo>
                <a:cubicBezTo>
                  <a:pt x="143345" y="163865"/>
                  <a:pt x="152501" y="163865"/>
                  <a:pt x="158183" y="158219"/>
                </a:cubicBezTo>
                <a:cubicBezTo>
                  <a:pt x="163865" y="152574"/>
                  <a:pt x="163829" y="143418"/>
                  <a:pt x="158183" y="137736"/>
                </a:cubicBezTo>
                <a:cubicBezTo>
                  <a:pt x="146892" y="126445"/>
                  <a:pt x="154890" y="107156"/>
                  <a:pt x="170849" y="107156"/>
                </a:cubicBezTo>
                <a:cubicBezTo>
                  <a:pt x="178847" y="107156"/>
                  <a:pt x="185325" y="100678"/>
                  <a:pt x="185325" y="92681"/>
                </a:cubicBezTo>
                <a:cubicBezTo>
                  <a:pt x="185325" y="84683"/>
                  <a:pt x="178847" y="78205"/>
                  <a:pt x="170849" y="78205"/>
                </a:cubicBezTo>
                <a:cubicBezTo>
                  <a:pt x="154890" y="78205"/>
                  <a:pt x="146928" y="58916"/>
                  <a:pt x="158183" y="47625"/>
                </a:cubicBezTo>
                <a:cubicBezTo>
                  <a:pt x="163829" y="41979"/>
                  <a:pt x="163829" y="32824"/>
                  <a:pt x="158183" y="27142"/>
                </a:cubicBezTo>
                <a:cubicBezTo>
                  <a:pt x="152538" y="21460"/>
                  <a:pt x="143382" y="21496"/>
                  <a:pt x="137700" y="27142"/>
                </a:cubicBezTo>
                <a:cubicBezTo>
                  <a:pt x="126409" y="38397"/>
                  <a:pt x="107120" y="30435"/>
                  <a:pt x="107120" y="14476"/>
                </a:cubicBezTo>
                <a:close/>
                <a:moveTo>
                  <a:pt x="57903" y="81064"/>
                </a:moveTo>
                <a:cubicBezTo>
                  <a:pt x="57903" y="74672"/>
                  <a:pt x="63092" y="69483"/>
                  <a:pt x="69483" y="69483"/>
                </a:cubicBezTo>
                <a:cubicBezTo>
                  <a:pt x="75875" y="69483"/>
                  <a:pt x="81064" y="74672"/>
                  <a:pt x="81064" y="81064"/>
                </a:cubicBezTo>
                <a:cubicBezTo>
                  <a:pt x="81064" y="87455"/>
                  <a:pt x="75875" y="92644"/>
                  <a:pt x="69483" y="92644"/>
                </a:cubicBezTo>
                <a:cubicBezTo>
                  <a:pt x="63092" y="92644"/>
                  <a:pt x="57903" y="87455"/>
                  <a:pt x="57903" y="81064"/>
                </a:cubicBezTo>
                <a:close/>
                <a:moveTo>
                  <a:pt x="115805" y="92644"/>
                </a:moveTo>
                <a:cubicBezTo>
                  <a:pt x="122197" y="92644"/>
                  <a:pt x="127386" y="97833"/>
                  <a:pt x="127386" y="104225"/>
                </a:cubicBezTo>
                <a:cubicBezTo>
                  <a:pt x="127386" y="110616"/>
                  <a:pt x="122197" y="115805"/>
                  <a:pt x="115805" y="115805"/>
                </a:cubicBezTo>
                <a:cubicBezTo>
                  <a:pt x="109414" y="115805"/>
                  <a:pt x="104225" y="110616"/>
                  <a:pt x="104225" y="104225"/>
                </a:cubicBezTo>
                <a:cubicBezTo>
                  <a:pt x="104225" y="97833"/>
                  <a:pt x="109414" y="92644"/>
                  <a:pt x="115805" y="92644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3166122" y="2496876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Herpes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66122" y="2756281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60076" y="1866895"/>
            <a:ext cx="1158055" cy="1222906"/>
          </a:xfrm>
          <a:custGeom>
            <a:avLst/>
            <a:gdLst/>
            <a:ahLst/>
            <a:cxnLst/>
            <a:rect l="l" t="t" r="r" b="b"/>
            <a:pathLst>
              <a:path w="1158055" h="1222906">
                <a:moveTo>
                  <a:pt x="111173" y="0"/>
                </a:moveTo>
                <a:lnTo>
                  <a:pt x="1046881" y="0"/>
                </a:lnTo>
                <a:cubicBezTo>
                  <a:pt x="1108281" y="0"/>
                  <a:pt x="1158055" y="49774"/>
                  <a:pt x="1158055" y="111173"/>
                </a:cubicBezTo>
                <a:lnTo>
                  <a:pt x="1158055" y="1111733"/>
                </a:lnTo>
                <a:cubicBezTo>
                  <a:pt x="1158055" y="1173132"/>
                  <a:pt x="1108281" y="1222906"/>
                  <a:pt x="1046881" y="1222906"/>
                </a:cubicBezTo>
                <a:lnTo>
                  <a:pt x="111173" y="1222906"/>
                </a:lnTo>
                <a:cubicBezTo>
                  <a:pt x="49774" y="1222906"/>
                  <a:pt x="0" y="1173132"/>
                  <a:pt x="0" y="111173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16178" y="197806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45880" y="2107770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85289" y="92644"/>
                </a:moveTo>
                <a:cubicBezTo>
                  <a:pt x="185289" y="92970"/>
                  <a:pt x="185289" y="93296"/>
                  <a:pt x="185289" y="93621"/>
                </a:cubicBezTo>
                <a:cubicBezTo>
                  <a:pt x="185144" y="106831"/>
                  <a:pt x="173129" y="115805"/>
                  <a:pt x="159920" y="115805"/>
                </a:cubicBezTo>
                <a:lnTo>
                  <a:pt x="124491" y="115805"/>
                </a:lnTo>
                <a:cubicBezTo>
                  <a:pt x="114901" y="115805"/>
                  <a:pt x="107120" y="123586"/>
                  <a:pt x="107120" y="133176"/>
                </a:cubicBezTo>
                <a:cubicBezTo>
                  <a:pt x="107120" y="134407"/>
                  <a:pt x="107265" y="135601"/>
                  <a:pt x="107482" y="136759"/>
                </a:cubicBezTo>
                <a:cubicBezTo>
                  <a:pt x="108242" y="140450"/>
                  <a:pt x="109834" y="143997"/>
                  <a:pt x="111390" y="147580"/>
                </a:cubicBezTo>
                <a:cubicBezTo>
                  <a:pt x="113598" y="152574"/>
                  <a:pt x="115769" y="157532"/>
                  <a:pt x="115769" y="162779"/>
                </a:cubicBezTo>
                <a:cubicBezTo>
                  <a:pt x="115769" y="174287"/>
                  <a:pt x="107952" y="184746"/>
                  <a:pt x="96444" y="185216"/>
                </a:cubicBezTo>
                <a:cubicBezTo>
                  <a:pt x="95178" y="185253"/>
                  <a:pt x="93911" y="185289"/>
                  <a:pt x="92608" y="185289"/>
                </a:cubicBezTo>
                <a:cubicBezTo>
                  <a:pt x="41437" y="185289"/>
                  <a:pt x="-36" y="143816"/>
                  <a:pt x="-36" y="92644"/>
                </a:cubicBezTo>
                <a:cubicBezTo>
                  <a:pt x="-36" y="41473"/>
                  <a:pt x="41473" y="0"/>
                  <a:pt x="92644" y="0"/>
                </a:cubicBezTo>
                <a:cubicBezTo>
                  <a:pt x="143816" y="0"/>
                  <a:pt x="185289" y="41473"/>
                  <a:pt x="185289" y="92644"/>
                </a:cubicBezTo>
                <a:close/>
                <a:moveTo>
                  <a:pt x="46322" y="104225"/>
                </a:moveTo>
                <a:cubicBezTo>
                  <a:pt x="46322" y="97833"/>
                  <a:pt x="41133" y="92644"/>
                  <a:pt x="34742" y="92644"/>
                </a:cubicBezTo>
                <a:cubicBezTo>
                  <a:pt x="28350" y="92644"/>
                  <a:pt x="23161" y="97833"/>
                  <a:pt x="23161" y="104225"/>
                </a:cubicBezTo>
                <a:cubicBezTo>
                  <a:pt x="23161" y="110616"/>
                  <a:pt x="28350" y="115805"/>
                  <a:pt x="34742" y="115805"/>
                </a:cubicBezTo>
                <a:cubicBezTo>
                  <a:pt x="41133" y="115805"/>
                  <a:pt x="46322" y="110616"/>
                  <a:pt x="46322" y="104225"/>
                </a:cubicBezTo>
                <a:close/>
                <a:moveTo>
                  <a:pt x="46322" y="69483"/>
                </a:moveTo>
                <a:cubicBezTo>
                  <a:pt x="52714" y="69483"/>
                  <a:pt x="57903" y="64294"/>
                  <a:pt x="57903" y="57903"/>
                </a:cubicBezTo>
                <a:cubicBezTo>
                  <a:pt x="57903" y="51511"/>
                  <a:pt x="52714" y="46322"/>
                  <a:pt x="46322" y="46322"/>
                </a:cubicBezTo>
                <a:cubicBezTo>
                  <a:pt x="39931" y="46322"/>
                  <a:pt x="34742" y="51511"/>
                  <a:pt x="34742" y="57903"/>
                </a:cubicBezTo>
                <a:cubicBezTo>
                  <a:pt x="34742" y="64294"/>
                  <a:pt x="39931" y="69483"/>
                  <a:pt x="46322" y="69483"/>
                </a:cubicBezTo>
                <a:close/>
                <a:moveTo>
                  <a:pt x="104225" y="34742"/>
                </a:moveTo>
                <a:cubicBezTo>
                  <a:pt x="104225" y="28350"/>
                  <a:pt x="99036" y="23161"/>
                  <a:pt x="92644" y="23161"/>
                </a:cubicBezTo>
                <a:cubicBezTo>
                  <a:pt x="86253" y="23161"/>
                  <a:pt x="81064" y="28350"/>
                  <a:pt x="81064" y="34742"/>
                </a:cubicBezTo>
                <a:cubicBezTo>
                  <a:pt x="81064" y="41133"/>
                  <a:pt x="86253" y="46322"/>
                  <a:pt x="92644" y="46322"/>
                </a:cubicBezTo>
                <a:cubicBezTo>
                  <a:pt x="99036" y="46322"/>
                  <a:pt x="104225" y="41133"/>
                  <a:pt x="104225" y="34742"/>
                </a:cubicBezTo>
                <a:close/>
                <a:moveTo>
                  <a:pt x="138967" y="69483"/>
                </a:moveTo>
                <a:cubicBezTo>
                  <a:pt x="145358" y="69483"/>
                  <a:pt x="150547" y="64294"/>
                  <a:pt x="150547" y="57903"/>
                </a:cubicBezTo>
                <a:cubicBezTo>
                  <a:pt x="150547" y="51511"/>
                  <a:pt x="145358" y="46322"/>
                  <a:pt x="138967" y="46322"/>
                </a:cubicBezTo>
                <a:cubicBezTo>
                  <a:pt x="132575" y="46322"/>
                  <a:pt x="127386" y="51511"/>
                  <a:pt x="127386" y="57903"/>
                </a:cubicBezTo>
                <a:cubicBezTo>
                  <a:pt x="127386" y="64294"/>
                  <a:pt x="132575" y="69483"/>
                  <a:pt x="138967" y="69483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191" y="2496876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34191" y="2756281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28146" y="1866895"/>
            <a:ext cx="1158055" cy="1222906"/>
          </a:xfrm>
          <a:custGeom>
            <a:avLst/>
            <a:gdLst/>
            <a:ahLst/>
            <a:cxnLst/>
            <a:rect l="l" t="t" r="r" b="b"/>
            <a:pathLst>
              <a:path w="1158055" h="1222906">
                <a:moveTo>
                  <a:pt x="111173" y="0"/>
                </a:moveTo>
                <a:lnTo>
                  <a:pt x="1046881" y="0"/>
                </a:lnTo>
                <a:cubicBezTo>
                  <a:pt x="1108281" y="0"/>
                  <a:pt x="1158055" y="49774"/>
                  <a:pt x="1158055" y="111173"/>
                </a:cubicBezTo>
                <a:lnTo>
                  <a:pt x="1158055" y="1111733"/>
                </a:lnTo>
                <a:cubicBezTo>
                  <a:pt x="1158055" y="1173132"/>
                  <a:pt x="1108281" y="1222906"/>
                  <a:pt x="1046881" y="1222906"/>
                </a:cubicBezTo>
                <a:lnTo>
                  <a:pt x="111173" y="1222906"/>
                </a:lnTo>
                <a:cubicBezTo>
                  <a:pt x="49774" y="1222906"/>
                  <a:pt x="0" y="1173132"/>
                  <a:pt x="0" y="111173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84248" y="197806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25530" y="2107770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58084" y="-9554"/>
                </a:moveTo>
                <a:cubicBezTo>
                  <a:pt x="61449" y="-12377"/>
                  <a:pt x="66407" y="-12268"/>
                  <a:pt x="69628" y="-9228"/>
                </a:cubicBezTo>
                <a:cubicBezTo>
                  <a:pt x="74079" y="-5030"/>
                  <a:pt x="78060" y="-398"/>
                  <a:pt x="81896" y="4307"/>
                </a:cubicBezTo>
                <a:cubicBezTo>
                  <a:pt x="86782" y="10278"/>
                  <a:pt x="92644" y="18167"/>
                  <a:pt x="98290" y="27540"/>
                </a:cubicBezTo>
                <a:cubicBezTo>
                  <a:pt x="100172" y="25079"/>
                  <a:pt x="101909" y="22908"/>
                  <a:pt x="103429" y="21062"/>
                </a:cubicBezTo>
                <a:cubicBezTo>
                  <a:pt x="103827" y="20592"/>
                  <a:pt x="104225" y="20085"/>
                  <a:pt x="104623" y="19578"/>
                </a:cubicBezTo>
                <a:cubicBezTo>
                  <a:pt x="107482" y="16032"/>
                  <a:pt x="111028" y="11581"/>
                  <a:pt x="115769" y="11581"/>
                </a:cubicBezTo>
                <a:cubicBezTo>
                  <a:pt x="120619" y="11581"/>
                  <a:pt x="124020" y="15887"/>
                  <a:pt x="126916" y="19578"/>
                </a:cubicBezTo>
                <a:cubicBezTo>
                  <a:pt x="127386" y="20194"/>
                  <a:pt x="127856" y="20773"/>
                  <a:pt x="128327" y="21315"/>
                </a:cubicBezTo>
                <a:cubicBezTo>
                  <a:pt x="132054" y="25803"/>
                  <a:pt x="137012" y="32281"/>
                  <a:pt x="141970" y="40279"/>
                </a:cubicBezTo>
                <a:cubicBezTo>
                  <a:pt x="151814" y="56166"/>
                  <a:pt x="162091" y="78784"/>
                  <a:pt x="162091" y="104189"/>
                </a:cubicBezTo>
                <a:cubicBezTo>
                  <a:pt x="162091" y="148955"/>
                  <a:pt x="125794" y="185253"/>
                  <a:pt x="81028" y="185253"/>
                </a:cubicBezTo>
                <a:cubicBezTo>
                  <a:pt x="36262" y="185253"/>
                  <a:pt x="0" y="148991"/>
                  <a:pt x="0" y="104225"/>
                </a:cubicBezTo>
                <a:cubicBezTo>
                  <a:pt x="0" y="71257"/>
                  <a:pt x="14874" y="42703"/>
                  <a:pt x="29132" y="22799"/>
                </a:cubicBezTo>
                <a:cubicBezTo>
                  <a:pt x="36334" y="12775"/>
                  <a:pt x="43499" y="4741"/>
                  <a:pt x="48892" y="-760"/>
                </a:cubicBezTo>
                <a:cubicBezTo>
                  <a:pt x="51859" y="-3800"/>
                  <a:pt x="54863" y="-6804"/>
                  <a:pt x="58120" y="-9518"/>
                </a:cubicBezTo>
                <a:close/>
                <a:moveTo>
                  <a:pt x="81679" y="150547"/>
                </a:moveTo>
                <a:cubicBezTo>
                  <a:pt x="90835" y="150547"/>
                  <a:pt x="98941" y="148014"/>
                  <a:pt x="106577" y="142947"/>
                </a:cubicBezTo>
                <a:cubicBezTo>
                  <a:pt x="121813" y="132308"/>
                  <a:pt x="125902" y="111028"/>
                  <a:pt x="116746" y="94309"/>
                </a:cubicBezTo>
                <a:cubicBezTo>
                  <a:pt x="115118" y="91052"/>
                  <a:pt x="110956" y="90835"/>
                  <a:pt x="108604" y="93585"/>
                </a:cubicBezTo>
                <a:lnTo>
                  <a:pt x="99484" y="104189"/>
                </a:lnTo>
                <a:cubicBezTo>
                  <a:pt x="97096" y="106939"/>
                  <a:pt x="92789" y="106867"/>
                  <a:pt x="90545" y="104008"/>
                </a:cubicBezTo>
                <a:cubicBezTo>
                  <a:pt x="84285" y="96010"/>
                  <a:pt x="72777" y="81426"/>
                  <a:pt x="66914" y="73971"/>
                </a:cubicBezTo>
                <a:cubicBezTo>
                  <a:pt x="64960" y="71474"/>
                  <a:pt x="61413" y="71076"/>
                  <a:pt x="59133" y="73283"/>
                </a:cubicBezTo>
                <a:cubicBezTo>
                  <a:pt x="52511" y="79725"/>
                  <a:pt x="40496" y="93839"/>
                  <a:pt x="40496" y="111028"/>
                </a:cubicBezTo>
                <a:cubicBezTo>
                  <a:pt x="40496" y="135854"/>
                  <a:pt x="58807" y="150547"/>
                  <a:pt x="81643" y="150547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5702261" y="2496876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Rosacea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02261" y="2756281"/>
            <a:ext cx="10098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79842" y="3432585"/>
            <a:ext cx="6577751" cy="3279611"/>
          </a:xfrm>
          <a:custGeom>
            <a:avLst/>
            <a:gdLst/>
            <a:ahLst/>
            <a:cxnLst/>
            <a:rect l="l" t="t" r="r" b="b"/>
            <a:pathLst>
              <a:path w="6577751" h="3279611">
                <a:moveTo>
                  <a:pt x="148238" y="0"/>
                </a:moveTo>
                <a:lnTo>
                  <a:pt x="6429512" y="0"/>
                </a:lnTo>
                <a:cubicBezTo>
                  <a:pt x="6511382" y="0"/>
                  <a:pt x="6577751" y="66369"/>
                  <a:pt x="6577751" y="148238"/>
                </a:cubicBezTo>
                <a:lnTo>
                  <a:pt x="6577751" y="3131373"/>
                </a:lnTo>
                <a:cubicBezTo>
                  <a:pt x="6577751" y="3213242"/>
                  <a:pt x="6511382" y="3279611"/>
                  <a:pt x="6429512" y="3279611"/>
                </a:cubicBezTo>
                <a:lnTo>
                  <a:pt x="148238" y="3279611"/>
                </a:lnTo>
                <a:cubicBezTo>
                  <a:pt x="66369" y="3279611"/>
                  <a:pt x="0" y="3213242"/>
                  <a:pt x="0" y="3131373"/>
                </a:cubicBezTo>
                <a:lnTo>
                  <a:pt x="0" y="148238"/>
                </a:lnTo>
                <a:cubicBezTo>
                  <a:pt x="0" y="66423"/>
                  <a:pt x="66423" y="0"/>
                  <a:pt x="14823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4395" y="362713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111173" y="0"/>
                </a:moveTo>
                <a:lnTo>
                  <a:pt x="333520" y="0"/>
                </a:lnTo>
                <a:cubicBezTo>
                  <a:pt x="394919" y="0"/>
                  <a:pt x="444693" y="49774"/>
                  <a:pt x="444693" y="111173"/>
                </a:cubicBezTo>
                <a:lnTo>
                  <a:pt x="444693" y="333520"/>
                </a:lnTo>
                <a:cubicBezTo>
                  <a:pt x="444693" y="394919"/>
                  <a:pt x="394919" y="444693"/>
                  <a:pt x="333520" y="444693"/>
                </a:cubicBezTo>
                <a:lnTo>
                  <a:pt x="111173" y="444693"/>
                </a:lnTo>
                <a:cubicBezTo>
                  <a:pt x="49774" y="444693"/>
                  <a:pt x="0" y="394919"/>
                  <a:pt x="0" y="333520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7775" y="3738311"/>
            <a:ext cx="277933" cy="222347"/>
          </a:xfrm>
          <a:custGeom>
            <a:avLst/>
            <a:gdLst/>
            <a:ahLst/>
            <a:cxnLst/>
            <a:rect l="l" t="t" r="r" b="b"/>
            <a:pathLst>
              <a:path w="277933" h="222347">
                <a:moveTo>
                  <a:pt x="180613" y="91414"/>
                </a:moveTo>
                <a:cubicBezTo>
                  <a:pt x="185911" y="89981"/>
                  <a:pt x="191470" y="92500"/>
                  <a:pt x="193858" y="97407"/>
                </a:cubicBezTo>
                <a:lnTo>
                  <a:pt x="201936" y="113735"/>
                </a:lnTo>
                <a:cubicBezTo>
                  <a:pt x="206409" y="114343"/>
                  <a:pt x="210795" y="115559"/>
                  <a:pt x="214920" y="117253"/>
                </a:cubicBezTo>
                <a:lnTo>
                  <a:pt x="230120" y="107135"/>
                </a:lnTo>
                <a:cubicBezTo>
                  <a:pt x="234680" y="104095"/>
                  <a:pt x="240716" y="104703"/>
                  <a:pt x="244581" y="108568"/>
                </a:cubicBezTo>
                <a:lnTo>
                  <a:pt x="252919" y="116906"/>
                </a:lnTo>
                <a:cubicBezTo>
                  <a:pt x="256784" y="120771"/>
                  <a:pt x="257392" y="126850"/>
                  <a:pt x="254352" y="131367"/>
                </a:cubicBezTo>
                <a:lnTo>
                  <a:pt x="244234" y="146523"/>
                </a:lnTo>
                <a:cubicBezTo>
                  <a:pt x="245059" y="148564"/>
                  <a:pt x="245797" y="150692"/>
                  <a:pt x="246405" y="152907"/>
                </a:cubicBezTo>
                <a:cubicBezTo>
                  <a:pt x="247013" y="155121"/>
                  <a:pt x="247404" y="157293"/>
                  <a:pt x="247708" y="159508"/>
                </a:cubicBezTo>
                <a:lnTo>
                  <a:pt x="264080" y="167585"/>
                </a:lnTo>
                <a:cubicBezTo>
                  <a:pt x="268987" y="170017"/>
                  <a:pt x="271506" y="175576"/>
                  <a:pt x="270073" y="180830"/>
                </a:cubicBezTo>
                <a:lnTo>
                  <a:pt x="267033" y="192208"/>
                </a:lnTo>
                <a:cubicBezTo>
                  <a:pt x="265600" y="197463"/>
                  <a:pt x="260693" y="201024"/>
                  <a:pt x="255221" y="200676"/>
                </a:cubicBezTo>
                <a:lnTo>
                  <a:pt x="236981" y="199504"/>
                </a:lnTo>
                <a:cubicBezTo>
                  <a:pt x="234246" y="203021"/>
                  <a:pt x="231075" y="206278"/>
                  <a:pt x="227471" y="209058"/>
                </a:cubicBezTo>
                <a:lnTo>
                  <a:pt x="228643" y="227254"/>
                </a:lnTo>
                <a:cubicBezTo>
                  <a:pt x="228991" y="232726"/>
                  <a:pt x="225430" y="237676"/>
                  <a:pt x="220175" y="239066"/>
                </a:cubicBezTo>
                <a:lnTo>
                  <a:pt x="208797" y="242106"/>
                </a:lnTo>
                <a:cubicBezTo>
                  <a:pt x="203499" y="243539"/>
                  <a:pt x="197984" y="241020"/>
                  <a:pt x="195552" y="236113"/>
                </a:cubicBezTo>
                <a:lnTo>
                  <a:pt x="187475" y="219784"/>
                </a:lnTo>
                <a:cubicBezTo>
                  <a:pt x="183002" y="219176"/>
                  <a:pt x="178615" y="217960"/>
                  <a:pt x="174490" y="216267"/>
                </a:cubicBezTo>
                <a:lnTo>
                  <a:pt x="159290" y="226385"/>
                </a:lnTo>
                <a:cubicBezTo>
                  <a:pt x="154731" y="229425"/>
                  <a:pt x="148694" y="228817"/>
                  <a:pt x="144829" y="224952"/>
                </a:cubicBezTo>
                <a:lnTo>
                  <a:pt x="136491" y="216614"/>
                </a:lnTo>
                <a:cubicBezTo>
                  <a:pt x="132626" y="212749"/>
                  <a:pt x="132018" y="206713"/>
                  <a:pt x="135058" y="202153"/>
                </a:cubicBezTo>
                <a:lnTo>
                  <a:pt x="145177" y="186953"/>
                </a:lnTo>
                <a:cubicBezTo>
                  <a:pt x="144352" y="184912"/>
                  <a:pt x="143613" y="182784"/>
                  <a:pt x="143005" y="180570"/>
                </a:cubicBezTo>
                <a:cubicBezTo>
                  <a:pt x="142397" y="178355"/>
                  <a:pt x="142006" y="176140"/>
                  <a:pt x="141702" y="173969"/>
                </a:cubicBezTo>
                <a:lnTo>
                  <a:pt x="125330" y="165891"/>
                </a:lnTo>
                <a:cubicBezTo>
                  <a:pt x="120423" y="163459"/>
                  <a:pt x="117948" y="157901"/>
                  <a:pt x="119338" y="152646"/>
                </a:cubicBezTo>
                <a:lnTo>
                  <a:pt x="122377" y="141268"/>
                </a:lnTo>
                <a:cubicBezTo>
                  <a:pt x="123811" y="136014"/>
                  <a:pt x="128718" y="132453"/>
                  <a:pt x="134190" y="132800"/>
                </a:cubicBezTo>
                <a:lnTo>
                  <a:pt x="152386" y="133972"/>
                </a:lnTo>
                <a:cubicBezTo>
                  <a:pt x="155121" y="130455"/>
                  <a:pt x="158292" y="127198"/>
                  <a:pt x="161896" y="124419"/>
                </a:cubicBezTo>
                <a:lnTo>
                  <a:pt x="160724" y="106266"/>
                </a:lnTo>
                <a:cubicBezTo>
                  <a:pt x="160376" y="100794"/>
                  <a:pt x="163937" y="95844"/>
                  <a:pt x="169192" y="94454"/>
                </a:cubicBezTo>
                <a:lnTo>
                  <a:pt x="180570" y="91414"/>
                </a:lnTo>
                <a:close/>
                <a:moveTo>
                  <a:pt x="194727" y="147652"/>
                </a:moveTo>
                <a:cubicBezTo>
                  <a:pt x="184181" y="147664"/>
                  <a:pt x="175629" y="156236"/>
                  <a:pt x="175641" y="166782"/>
                </a:cubicBezTo>
                <a:cubicBezTo>
                  <a:pt x="175653" y="177328"/>
                  <a:pt x="184224" y="185880"/>
                  <a:pt x="194770" y="185868"/>
                </a:cubicBezTo>
                <a:cubicBezTo>
                  <a:pt x="205316" y="185856"/>
                  <a:pt x="213868" y="177284"/>
                  <a:pt x="213857" y="166738"/>
                </a:cubicBezTo>
                <a:cubicBezTo>
                  <a:pt x="213845" y="156192"/>
                  <a:pt x="205273" y="147640"/>
                  <a:pt x="194727" y="147652"/>
                </a:cubicBezTo>
                <a:close/>
                <a:moveTo>
                  <a:pt x="97667" y="-19759"/>
                </a:moveTo>
                <a:lnTo>
                  <a:pt x="109045" y="-16719"/>
                </a:lnTo>
                <a:cubicBezTo>
                  <a:pt x="114300" y="-15286"/>
                  <a:pt x="117861" y="-10336"/>
                  <a:pt x="117514" y="-4907"/>
                </a:cubicBezTo>
                <a:lnTo>
                  <a:pt x="116341" y="13245"/>
                </a:lnTo>
                <a:cubicBezTo>
                  <a:pt x="119946" y="16025"/>
                  <a:pt x="123116" y="19238"/>
                  <a:pt x="125852" y="22799"/>
                </a:cubicBezTo>
                <a:lnTo>
                  <a:pt x="144091" y="21627"/>
                </a:lnTo>
                <a:cubicBezTo>
                  <a:pt x="149519" y="21279"/>
                  <a:pt x="154470" y="24840"/>
                  <a:pt x="155903" y="30095"/>
                </a:cubicBezTo>
                <a:lnTo>
                  <a:pt x="158943" y="41473"/>
                </a:lnTo>
                <a:cubicBezTo>
                  <a:pt x="160333" y="46728"/>
                  <a:pt x="157857" y="52286"/>
                  <a:pt x="152950" y="54718"/>
                </a:cubicBezTo>
                <a:lnTo>
                  <a:pt x="136578" y="62796"/>
                </a:lnTo>
                <a:cubicBezTo>
                  <a:pt x="136274" y="65010"/>
                  <a:pt x="135840" y="67225"/>
                  <a:pt x="135275" y="69396"/>
                </a:cubicBezTo>
                <a:cubicBezTo>
                  <a:pt x="134711" y="71568"/>
                  <a:pt x="133929" y="73739"/>
                  <a:pt x="133104" y="75780"/>
                </a:cubicBezTo>
                <a:lnTo>
                  <a:pt x="143222" y="90980"/>
                </a:lnTo>
                <a:cubicBezTo>
                  <a:pt x="146262" y="95540"/>
                  <a:pt x="145654" y="101576"/>
                  <a:pt x="141789" y="105441"/>
                </a:cubicBezTo>
                <a:lnTo>
                  <a:pt x="133451" y="113779"/>
                </a:lnTo>
                <a:cubicBezTo>
                  <a:pt x="129586" y="117644"/>
                  <a:pt x="123550" y="118252"/>
                  <a:pt x="118990" y="115212"/>
                </a:cubicBezTo>
                <a:lnTo>
                  <a:pt x="103791" y="105093"/>
                </a:lnTo>
                <a:cubicBezTo>
                  <a:pt x="99665" y="106787"/>
                  <a:pt x="95279" y="108003"/>
                  <a:pt x="90806" y="108611"/>
                </a:cubicBezTo>
                <a:lnTo>
                  <a:pt x="82729" y="124940"/>
                </a:lnTo>
                <a:cubicBezTo>
                  <a:pt x="80297" y="129847"/>
                  <a:pt x="74738" y="132322"/>
                  <a:pt x="69483" y="130933"/>
                </a:cubicBezTo>
                <a:lnTo>
                  <a:pt x="58105" y="127893"/>
                </a:lnTo>
                <a:cubicBezTo>
                  <a:pt x="52807" y="126460"/>
                  <a:pt x="49290" y="121509"/>
                  <a:pt x="49637" y="116081"/>
                </a:cubicBezTo>
                <a:lnTo>
                  <a:pt x="50810" y="97885"/>
                </a:lnTo>
                <a:cubicBezTo>
                  <a:pt x="47205" y="95105"/>
                  <a:pt x="44035" y="91892"/>
                  <a:pt x="41299" y="88331"/>
                </a:cubicBezTo>
                <a:lnTo>
                  <a:pt x="23060" y="89503"/>
                </a:lnTo>
                <a:cubicBezTo>
                  <a:pt x="17631" y="89851"/>
                  <a:pt x="12681" y="86290"/>
                  <a:pt x="11248" y="81035"/>
                </a:cubicBezTo>
                <a:lnTo>
                  <a:pt x="8208" y="69657"/>
                </a:lnTo>
                <a:cubicBezTo>
                  <a:pt x="6818" y="64402"/>
                  <a:pt x="9293" y="58844"/>
                  <a:pt x="14201" y="56412"/>
                </a:cubicBezTo>
                <a:lnTo>
                  <a:pt x="30573" y="48334"/>
                </a:lnTo>
                <a:cubicBezTo>
                  <a:pt x="30877" y="46120"/>
                  <a:pt x="31311" y="43948"/>
                  <a:pt x="31875" y="41733"/>
                </a:cubicBezTo>
                <a:cubicBezTo>
                  <a:pt x="32483" y="39519"/>
                  <a:pt x="33178" y="37391"/>
                  <a:pt x="34047" y="35350"/>
                </a:cubicBezTo>
                <a:lnTo>
                  <a:pt x="23928" y="20194"/>
                </a:lnTo>
                <a:cubicBezTo>
                  <a:pt x="20888" y="15634"/>
                  <a:pt x="21496" y="9597"/>
                  <a:pt x="25361" y="5732"/>
                </a:cubicBezTo>
                <a:lnTo>
                  <a:pt x="33699" y="-2606"/>
                </a:lnTo>
                <a:cubicBezTo>
                  <a:pt x="37564" y="-6471"/>
                  <a:pt x="43601" y="-7079"/>
                  <a:pt x="48161" y="-4039"/>
                </a:cubicBezTo>
                <a:lnTo>
                  <a:pt x="63360" y="6080"/>
                </a:lnTo>
                <a:cubicBezTo>
                  <a:pt x="67486" y="4386"/>
                  <a:pt x="71872" y="3170"/>
                  <a:pt x="76345" y="2562"/>
                </a:cubicBezTo>
                <a:lnTo>
                  <a:pt x="84422" y="-13766"/>
                </a:lnTo>
                <a:cubicBezTo>
                  <a:pt x="86854" y="-18674"/>
                  <a:pt x="92369" y="-21149"/>
                  <a:pt x="97667" y="-19759"/>
                </a:cubicBezTo>
                <a:close/>
                <a:moveTo>
                  <a:pt x="83554" y="36479"/>
                </a:moveTo>
                <a:cubicBezTo>
                  <a:pt x="73008" y="36479"/>
                  <a:pt x="64446" y="45041"/>
                  <a:pt x="64446" y="55587"/>
                </a:cubicBezTo>
                <a:cubicBezTo>
                  <a:pt x="64446" y="66133"/>
                  <a:pt x="73008" y="74695"/>
                  <a:pt x="83554" y="74695"/>
                </a:cubicBezTo>
                <a:cubicBezTo>
                  <a:pt x="94100" y="74695"/>
                  <a:pt x="102662" y="66133"/>
                  <a:pt x="102662" y="55587"/>
                </a:cubicBezTo>
                <a:cubicBezTo>
                  <a:pt x="102662" y="45041"/>
                  <a:pt x="94100" y="36479"/>
                  <a:pt x="83554" y="36479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1130261" y="3701253"/>
            <a:ext cx="252919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2924" y="4220062"/>
            <a:ext cx="3001678" cy="1074675"/>
          </a:xfrm>
          <a:custGeom>
            <a:avLst/>
            <a:gdLst/>
            <a:ahLst/>
            <a:cxnLst/>
            <a:rect l="l" t="t" r="r" b="b"/>
            <a:pathLst>
              <a:path w="3001678" h="1074675">
                <a:moveTo>
                  <a:pt x="37058" y="0"/>
                </a:moveTo>
                <a:lnTo>
                  <a:pt x="2890503" y="0"/>
                </a:lnTo>
                <a:cubicBezTo>
                  <a:pt x="2951903" y="0"/>
                  <a:pt x="3001678" y="49775"/>
                  <a:pt x="3001678" y="111175"/>
                </a:cubicBezTo>
                <a:lnTo>
                  <a:pt x="3001678" y="963500"/>
                </a:lnTo>
                <a:cubicBezTo>
                  <a:pt x="3001678" y="1024900"/>
                  <a:pt x="2951903" y="1074675"/>
                  <a:pt x="2890503" y="1074675"/>
                </a:cubicBez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2924" y="4220062"/>
            <a:ext cx="37058" cy="1074675"/>
          </a:xfrm>
          <a:custGeom>
            <a:avLst/>
            <a:gdLst/>
            <a:ahLst/>
            <a:cxnLst/>
            <a:rect l="l" t="t" r="r" b="b"/>
            <a:pathLst>
              <a:path w="37058" h="1074675">
                <a:moveTo>
                  <a:pt x="37058" y="0"/>
                </a:moveTo>
                <a:lnTo>
                  <a:pt x="37058" y="0"/>
                </a:lnTo>
                <a:lnTo>
                  <a:pt x="37058" y="1074675"/>
                </a:ln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759684" y="4368293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9684" y="4627697"/>
            <a:ext cx="277933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EfficientNetB0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9684" y="4924159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ImageNet pre-trained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763099" y="4220062"/>
            <a:ext cx="3001678" cy="1074675"/>
          </a:xfrm>
          <a:custGeom>
            <a:avLst/>
            <a:gdLst/>
            <a:ahLst/>
            <a:cxnLst/>
            <a:rect l="l" t="t" r="r" b="b"/>
            <a:pathLst>
              <a:path w="3001678" h="1074675">
                <a:moveTo>
                  <a:pt x="37058" y="0"/>
                </a:moveTo>
                <a:lnTo>
                  <a:pt x="2890503" y="0"/>
                </a:lnTo>
                <a:cubicBezTo>
                  <a:pt x="2951903" y="0"/>
                  <a:pt x="3001678" y="49775"/>
                  <a:pt x="3001678" y="111175"/>
                </a:cubicBezTo>
                <a:lnTo>
                  <a:pt x="3001678" y="963500"/>
                </a:lnTo>
                <a:cubicBezTo>
                  <a:pt x="3001678" y="1024900"/>
                  <a:pt x="2951903" y="1074675"/>
                  <a:pt x="2890503" y="1074675"/>
                </a:cubicBez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63099" y="4220062"/>
            <a:ext cx="37058" cy="1074675"/>
          </a:xfrm>
          <a:custGeom>
            <a:avLst/>
            <a:gdLst/>
            <a:ahLst/>
            <a:cxnLst/>
            <a:rect l="l" t="t" r="r" b="b"/>
            <a:pathLst>
              <a:path w="37058" h="1074675">
                <a:moveTo>
                  <a:pt x="37058" y="0"/>
                </a:moveTo>
                <a:lnTo>
                  <a:pt x="37058" y="0"/>
                </a:lnTo>
                <a:lnTo>
                  <a:pt x="37058" y="1074675"/>
                </a:ln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5" name="Text 43"/>
          <p:cNvSpPr/>
          <p:nvPr/>
        </p:nvSpPr>
        <p:spPr>
          <a:xfrm>
            <a:off x="3929859" y="4368293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929859" y="4627697"/>
            <a:ext cx="277933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5-Class Softmax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929859" y="4924159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Multi-class output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92924" y="5442967"/>
            <a:ext cx="3001678" cy="1074675"/>
          </a:xfrm>
          <a:custGeom>
            <a:avLst/>
            <a:gdLst/>
            <a:ahLst/>
            <a:cxnLst/>
            <a:rect l="l" t="t" r="r" b="b"/>
            <a:pathLst>
              <a:path w="3001678" h="1074675">
                <a:moveTo>
                  <a:pt x="37058" y="0"/>
                </a:moveTo>
                <a:lnTo>
                  <a:pt x="2890503" y="0"/>
                </a:lnTo>
                <a:cubicBezTo>
                  <a:pt x="2951903" y="0"/>
                  <a:pt x="3001678" y="49775"/>
                  <a:pt x="3001678" y="111175"/>
                </a:cubicBezTo>
                <a:lnTo>
                  <a:pt x="3001678" y="963500"/>
                </a:lnTo>
                <a:cubicBezTo>
                  <a:pt x="3001678" y="1024900"/>
                  <a:pt x="2951903" y="1074675"/>
                  <a:pt x="2890503" y="1074675"/>
                </a:cubicBez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2924" y="5442967"/>
            <a:ext cx="37058" cy="1074675"/>
          </a:xfrm>
          <a:custGeom>
            <a:avLst/>
            <a:gdLst/>
            <a:ahLst/>
            <a:cxnLst/>
            <a:rect l="l" t="t" r="r" b="b"/>
            <a:pathLst>
              <a:path w="37058" h="1074675">
                <a:moveTo>
                  <a:pt x="37058" y="0"/>
                </a:moveTo>
                <a:lnTo>
                  <a:pt x="37058" y="0"/>
                </a:lnTo>
                <a:lnTo>
                  <a:pt x="37058" y="1074675"/>
                </a:ln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0" name="Text 48"/>
          <p:cNvSpPr/>
          <p:nvPr/>
        </p:nvSpPr>
        <p:spPr>
          <a:xfrm>
            <a:off x="759684" y="5591198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9684" y="5850603"/>
            <a:ext cx="277933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BatchNorm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9684" y="6147065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Stabilized training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763099" y="5442967"/>
            <a:ext cx="3001678" cy="1074675"/>
          </a:xfrm>
          <a:custGeom>
            <a:avLst/>
            <a:gdLst/>
            <a:ahLst/>
            <a:cxnLst/>
            <a:rect l="l" t="t" r="r" b="b"/>
            <a:pathLst>
              <a:path w="3001678" h="1074675">
                <a:moveTo>
                  <a:pt x="37058" y="0"/>
                </a:moveTo>
                <a:lnTo>
                  <a:pt x="2890503" y="0"/>
                </a:lnTo>
                <a:cubicBezTo>
                  <a:pt x="2951903" y="0"/>
                  <a:pt x="3001678" y="49775"/>
                  <a:pt x="3001678" y="111175"/>
                </a:cubicBezTo>
                <a:lnTo>
                  <a:pt x="3001678" y="963500"/>
                </a:lnTo>
                <a:cubicBezTo>
                  <a:pt x="3001678" y="1024900"/>
                  <a:pt x="2951903" y="1074675"/>
                  <a:pt x="2890503" y="1074675"/>
                </a:cubicBez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63099" y="5442967"/>
            <a:ext cx="37058" cy="1074675"/>
          </a:xfrm>
          <a:custGeom>
            <a:avLst/>
            <a:gdLst/>
            <a:ahLst/>
            <a:cxnLst/>
            <a:rect l="l" t="t" r="r" b="b"/>
            <a:pathLst>
              <a:path w="37058" h="1074675">
                <a:moveTo>
                  <a:pt x="37058" y="0"/>
                </a:moveTo>
                <a:lnTo>
                  <a:pt x="37058" y="0"/>
                </a:lnTo>
                <a:lnTo>
                  <a:pt x="37058" y="1074675"/>
                </a:lnTo>
                <a:lnTo>
                  <a:pt x="37058" y="1074675"/>
                </a:lnTo>
                <a:cubicBezTo>
                  <a:pt x="16591" y="1074675"/>
                  <a:pt x="0" y="1058083"/>
                  <a:pt x="0" y="103761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55" name="Text 53"/>
          <p:cNvSpPr/>
          <p:nvPr/>
        </p:nvSpPr>
        <p:spPr>
          <a:xfrm>
            <a:off x="3929859" y="5591198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Layers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929859" y="5850603"/>
            <a:ext cx="277933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256 + Dropout 0.5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929859" y="6147065"/>
            <a:ext cx="27608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Regularization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165029" y="1097946"/>
            <a:ext cx="4641483" cy="1834359"/>
          </a:xfrm>
          <a:custGeom>
            <a:avLst/>
            <a:gdLst/>
            <a:ahLst/>
            <a:cxnLst/>
            <a:rect l="l" t="t" r="r" b="b"/>
            <a:pathLst>
              <a:path w="4641483" h="1834359">
                <a:moveTo>
                  <a:pt x="148235" y="0"/>
                </a:moveTo>
                <a:lnTo>
                  <a:pt x="4493249" y="0"/>
                </a:lnTo>
                <a:cubicBezTo>
                  <a:pt x="4575116" y="0"/>
                  <a:pt x="4641483" y="66367"/>
                  <a:pt x="4641483" y="148235"/>
                </a:cubicBezTo>
                <a:lnTo>
                  <a:pt x="4641483" y="1686124"/>
                </a:lnTo>
                <a:cubicBezTo>
                  <a:pt x="4641483" y="1767992"/>
                  <a:pt x="4575116" y="1834359"/>
                  <a:pt x="4493249" y="1834359"/>
                </a:cubicBezTo>
                <a:lnTo>
                  <a:pt x="148235" y="1834359"/>
                </a:lnTo>
                <a:cubicBezTo>
                  <a:pt x="66367" y="1834359"/>
                  <a:pt x="0" y="1767992"/>
                  <a:pt x="0" y="1686124"/>
                </a:cubicBezTo>
                <a:lnTo>
                  <a:pt x="0" y="148235"/>
                </a:lnTo>
                <a:cubicBezTo>
                  <a:pt x="0" y="66422"/>
                  <a:pt x="66422" y="0"/>
                  <a:pt x="14823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D4AA">
                <a:alpha val="30196"/>
              </a:srgbClr>
            </a:solidFill>
            <a:prstDash val="solid"/>
          </a:ln>
          <a:effectLst>
            <a:outerShdw blurRad="138967" dist="92644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59" name="Image 0" descr="https://kimi-web-img.moonshot.cn/img/cdn.educba.com/e8474d30d9b2dd709785101f260e157e9205253b.jpg"/>
          <p:cNvPicPr>
            <a:picLocks noChangeAspect="1"/>
          </p:cNvPicPr>
          <p:nvPr/>
        </p:nvPicPr>
        <p:blipFill>
          <a:blip r:embed="rId3"/>
          <a:srcRect t="14649" b="14649"/>
          <a:stretch/>
        </p:blipFill>
        <p:spPr>
          <a:xfrm>
            <a:off x="7174294" y="1107211"/>
            <a:ext cx="4622954" cy="1815830"/>
          </a:xfrm>
          <a:prstGeom prst="roundRect">
            <a:avLst>
              <a:gd name="adj" fmla="val 8163"/>
            </a:avLst>
          </a:prstGeom>
        </p:spPr>
      </p:pic>
      <p:sp>
        <p:nvSpPr>
          <p:cNvPr id="60" name="Shape 57"/>
          <p:cNvSpPr/>
          <p:nvPr/>
        </p:nvSpPr>
        <p:spPr>
          <a:xfrm>
            <a:off x="7155765" y="3089800"/>
            <a:ext cx="4660012" cy="3631660"/>
          </a:xfrm>
          <a:custGeom>
            <a:avLst/>
            <a:gdLst/>
            <a:ahLst/>
            <a:cxnLst/>
            <a:rect l="l" t="t" r="r" b="b"/>
            <a:pathLst>
              <a:path w="4660012" h="3631660">
                <a:moveTo>
                  <a:pt x="148244" y="0"/>
                </a:moveTo>
                <a:lnTo>
                  <a:pt x="4511768" y="0"/>
                </a:lnTo>
                <a:cubicBezTo>
                  <a:pt x="4593641" y="0"/>
                  <a:pt x="4660012" y="66371"/>
                  <a:pt x="4660012" y="148244"/>
                </a:cubicBezTo>
                <a:lnTo>
                  <a:pt x="4660012" y="3483415"/>
                </a:lnTo>
                <a:cubicBezTo>
                  <a:pt x="4660012" y="3565288"/>
                  <a:pt x="4593641" y="3631660"/>
                  <a:pt x="4511768" y="3631660"/>
                </a:cubicBezTo>
                <a:lnTo>
                  <a:pt x="148244" y="3631660"/>
                </a:lnTo>
                <a:cubicBezTo>
                  <a:pt x="66371" y="3631660"/>
                  <a:pt x="0" y="3565288"/>
                  <a:pt x="0" y="3483415"/>
                </a:cubicBezTo>
                <a:lnTo>
                  <a:pt x="0" y="148244"/>
                </a:lnTo>
                <a:cubicBezTo>
                  <a:pt x="0" y="66426"/>
                  <a:pt x="66426" y="0"/>
                  <a:pt x="148244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1" name="Text 58"/>
          <p:cNvSpPr/>
          <p:nvPr/>
        </p:nvSpPr>
        <p:spPr>
          <a:xfrm>
            <a:off x="7341054" y="3275089"/>
            <a:ext cx="438207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7341054" y="3719782"/>
            <a:ext cx="136187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Accuracy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0983425" y="3682724"/>
            <a:ext cx="75968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72.15%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7341054" y="4016244"/>
            <a:ext cx="4289435" cy="111173"/>
          </a:xfrm>
          <a:custGeom>
            <a:avLst/>
            <a:gdLst/>
            <a:ahLst/>
            <a:cxnLst/>
            <a:rect l="l" t="t" r="r" b="b"/>
            <a:pathLst>
              <a:path w="4289435" h="111173">
                <a:moveTo>
                  <a:pt x="55587" y="0"/>
                </a:moveTo>
                <a:lnTo>
                  <a:pt x="4233848" y="0"/>
                </a:lnTo>
                <a:cubicBezTo>
                  <a:pt x="4264548" y="0"/>
                  <a:pt x="4289435" y="24887"/>
                  <a:pt x="4289435" y="55587"/>
                </a:cubicBezTo>
                <a:lnTo>
                  <a:pt x="4289435" y="55587"/>
                </a:lnTo>
                <a:cubicBezTo>
                  <a:pt x="4289435" y="86286"/>
                  <a:pt x="4264548" y="111173"/>
                  <a:pt x="4233848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7341054" y="4016244"/>
            <a:ext cx="3094322" cy="111173"/>
          </a:xfrm>
          <a:custGeom>
            <a:avLst/>
            <a:gdLst/>
            <a:ahLst/>
            <a:cxnLst/>
            <a:rect l="l" t="t" r="r" b="b"/>
            <a:pathLst>
              <a:path w="3094322" h="111173">
                <a:moveTo>
                  <a:pt x="55587" y="0"/>
                </a:moveTo>
                <a:lnTo>
                  <a:pt x="3038736" y="0"/>
                </a:lnTo>
                <a:cubicBezTo>
                  <a:pt x="3069435" y="0"/>
                  <a:pt x="3094322" y="24887"/>
                  <a:pt x="3094322" y="55587"/>
                </a:cubicBezTo>
                <a:lnTo>
                  <a:pt x="3094322" y="55587"/>
                </a:lnTo>
                <a:cubicBezTo>
                  <a:pt x="3094322" y="86286"/>
                  <a:pt x="3069435" y="111173"/>
                  <a:pt x="3038736" y="111173"/>
                </a:cubicBezTo>
                <a:lnTo>
                  <a:pt x="55587" y="111173"/>
                </a:lnTo>
                <a:cubicBezTo>
                  <a:pt x="24887" y="111173"/>
                  <a:pt x="0" y="86286"/>
                  <a:pt x="0" y="55587"/>
                </a:cubicBezTo>
                <a:lnTo>
                  <a:pt x="0" y="55587"/>
                </a:lnTo>
                <a:cubicBezTo>
                  <a:pt x="0" y="24887"/>
                  <a:pt x="24887" y="0"/>
                  <a:pt x="5558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0" scaled="1"/>
          </a:gradFill>
          <a:ln/>
        </p:spPr>
      </p:sp>
      <p:sp>
        <p:nvSpPr>
          <p:cNvPr id="66" name="Shape 63"/>
          <p:cNvSpPr/>
          <p:nvPr/>
        </p:nvSpPr>
        <p:spPr>
          <a:xfrm>
            <a:off x="7341054" y="4243223"/>
            <a:ext cx="4289435" cy="9264"/>
          </a:xfrm>
          <a:custGeom>
            <a:avLst/>
            <a:gdLst/>
            <a:ahLst/>
            <a:cxnLst/>
            <a:rect l="l" t="t" r="r" b="b"/>
            <a:pathLst>
              <a:path w="4289435" h="9264">
                <a:moveTo>
                  <a:pt x="0" y="0"/>
                </a:moveTo>
                <a:lnTo>
                  <a:pt x="4289435" y="0"/>
                </a:lnTo>
                <a:lnTo>
                  <a:pt x="4289435" y="9264"/>
                </a:lnTo>
                <a:lnTo>
                  <a:pt x="0" y="92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7368847" y="4396086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9702" y="59582"/>
                </a:moveTo>
                <a:cubicBezTo>
                  <a:pt x="125417" y="62419"/>
                  <a:pt x="120496" y="64706"/>
                  <a:pt x="115371" y="66530"/>
                </a:cubicBezTo>
                <a:cubicBezTo>
                  <a:pt x="101764" y="71394"/>
                  <a:pt x="83901" y="74116"/>
                  <a:pt x="64851" y="74116"/>
                </a:cubicBezTo>
                <a:cubicBezTo>
                  <a:pt x="45801" y="74116"/>
                  <a:pt x="27909" y="71365"/>
                  <a:pt x="14331" y="66530"/>
                </a:cubicBezTo>
                <a:cubicBezTo>
                  <a:pt x="9235" y="64706"/>
                  <a:pt x="4285" y="62419"/>
                  <a:pt x="0" y="59582"/>
                </a:cubicBezTo>
                <a:lnTo>
                  <a:pt x="0" y="83380"/>
                </a:lnTo>
                <a:cubicBezTo>
                  <a:pt x="0" y="96176"/>
                  <a:pt x="29038" y="106541"/>
                  <a:pt x="64851" y="106541"/>
                </a:cubicBezTo>
                <a:cubicBezTo>
                  <a:pt x="100664" y="106541"/>
                  <a:pt x="129702" y="96176"/>
                  <a:pt x="129702" y="83380"/>
                </a:cubicBezTo>
                <a:lnTo>
                  <a:pt x="129702" y="59582"/>
                </a:lnTo>
                <a:close/>
                <a:moveTo>
                  <a:pt x="129702" y="37058"/>
                </a:moveTo>
                <a:lnTo>
                  <a:pt x="129702" y="23161"/>
                </a:lnTo>
                <a:cubicBezTo>
                  <a:pt x="129702" y="10365"/>
                  <a:pt x="100664" y="0"/>
                  <a:pt x="64851" y="0"/>
                </a:cubicBezTo>
                <a:cubicBezTo>
                  <a:pt x="29038" y="0"/>
                  <a:pt x="0" y="10365"/>
                  <a:pt x="0" y="23161"/>
                </a:cubicBezTo>
                <a:lnTo>
                  <a:pt x="0" y="37058"/>
                </a:lnTo>
                <a:cubicBezTo>
                  <a:pt x="0" y="49854"/>
                  <a:pt x="29038" y="60219"/>
                  <a:pt x="64851" y="60219"/>
                </a:cubicBezTo>
                <a:cubicBezTo>
                  <a:pt x="100664" y="60219"/>
                  <a:pt x="129702" y="49854"/>
                  <a:pt x="129702" y="37058"/>
                </a:cubicBezTo>
                <a:close/>
                <a:moveTo>
                  <a:pt x="115371" y="112852"/>
                </a:moveTo>
                <a:cubicBezTo>
                  <a:pt x="101793" y="117687"/>
                  <a:pt x="83930" y="120438"/>
                  <a:pt x="64851" y="120438"/>
                </a:cubicBezTo>
                <a:cubicBezTo>
                  <a:pt x="45772" y="120438"/>
                  <a:pt x="27909" y="117687"/>
                  <a:pt x="14331" y="112852"/>
                </a:cubicBezTo>
                <a:cubicBezTo>
                  <a:pt x="9235" y="111028"/>
                  <a:pt x="4285" y="108741"/>
                  <a:pt x="0" y="105904"/>
                </a:cubicBezTo>
                <a:lnTo>
                  <a:pt x="0" y="125070"/>
                </a:lnTo>
                <a:cubicBezTo>
                  <a:pt x="0" y="137866"/>
                  <a:pt x="29038" y="148231"/>
                  <a:pt x="64851" y="148231"/>
                </a:cubicBezTo>
                <a:cubicBezTo>
                  <a:pt x="100664" y="148231"/>
                  <a:pt x="129702" y="137866"/>
                  <a:pt x="129702" y="125070"/>
                </a:cubicBezTo>
                <a:lnTo>
                  <a:pt x="129702" y="105904"/>
                </a:lnTo>
                <a:cubicBezTo>
                  <a:pt x="125417" y="108741"/>
                  <a:pt x="120496" y="111028"/>
                  <a:pt x="115371" y="11285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68" name="Text 65"/>
          <p:cNvSpPr/>
          <p:nvPr/>
        </p:nvSpPr>
        <p:spPr>
          <a:xfrm>
            <a:off x="7580408" y="4359028"/>
            <a:ext cx="412419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Images: </a:t>
            </a: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1,196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7359582" y="469254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8529" y="18529"/>
                </a:moveTo>
                <a:cubicBezTo>
                  <a:pt x="18529" y="13404"/>
                  <a:pt x="14389" y="9264"/>
                  <a:pt x="9264" y="9264"/>
                </a:cubicBezTo>
                <a:cubicBezTo>
                  <a:pt x="4140" y="9264"/>
                  <a:pt x="0" y="13404"/>
                  <a:pt x="0" y="18529"/>
                </a:cubicBezTo>
                <a:lnTo>
                  <a:pt x="0" y="115805"/>
                </a:lnTo>
                <a:cubicBezTo>
                  <a:pt x="0" y="128602"/>
                  <a:pt x="10365" y="138967"/>
                  <a:pt x="23161" y="138967"/>
                </a:cubicBezTo>
                <a:lnTo>
                  <a:pt x="138967" y="138967"/>
                </a:lnTo>
                <a:cubicBezTo>
                  <a:pt x="144091" y="138967"/>
                  <a:pt x="148231" y="134827"/>
                  <a:pt x="148231" y="129702"/>
                </a:cubicBezTo>
                <a:cubicBezTo>
                  <a:pt x="148231" y="124578"/>
                  <a:pt x="144091" y="120438"/>
                  <a:pt x="138967" y="120438"/>
                </a:cubicBezTo>
                <a:lnTo>
                  <a:pt x="23161" y="120438"/>
                </a:lnTo>
                <a:cubicBezTo>
                  <a:pt x="20613" y="120438"/>
                  <a:pt x="18529" y="118353"/>
                  <a:pt x="18529" y="115805"/>
                </a:cubicBezTo>
                <a:lnTo>
                  <a:pt x="18529" y="18529"/>
                </a:lnTo>
                <a:close/>
                <a:moveTo>
                  <a:pt x="136245" y="43601"/>
                </a:moveTo>
                <a:cubicBezTo>
                  <a:pt x="139864" y="39982"/>
                  <a:pt x="139864" y="34105"/>
                  <a:pt x="136245" y="30486"/>
                </a:cubicBezTo>
                <a:cubicBezTo>
                  <a:pt x="132626" y="26867"/>
                  <a:pt x="126749" y="26867"/>
                  <a:pt x="123130" y="30486"/>
                </a:cubicBezTo>
                <a:lnTo>
                  <a:pt x="92644" y="61001"/>
                </a:lnTo>
                <a:lnTo>
                  <a:pt x="76026" y="44411"/>
                </a:lnTo>
                <a:cubicBezTo>
                  <a:pt x="72407" y="40792"/>
                  <a:pt x="66530" y="40792"/>
                  <a:pt x="62911" y="44411"/>
                </a:cubicBezTo>
                <a:lnTo>
                  <a:pt x="35118" y="72205"/>
                </a:lnTo>
                <a:cubicBezTo>
                  <a:pt x="31499" y="75824"/>
                  <a:pt x="31499" y="81701"/>
                  <a:pt x="35118" y="85320"/>
                </a:cubicBezTo>
                <a:cubicBezTo>
                  <a:pt x="38737" y="88939"/>
                  <a:pt x="44614" y="88939"/>
                  <a:pt x="48233" y="85320"/>
                </a:cubicBezTo>
                <a:lnTo>
                  <a:pt x="69483" y="64069"/>
                </a:lnTo>
                <a:lnTo>
                  <a:pt x="86101" y="80687"/>
                </a:lnTo>
                <a:cubicBezTo>
                  <a:pt x="89720" y="84306"/>
                  <a:pt x="95597" y="84306"/>
                  <a:pt x="99216" y="80687"/>
                </a:cubicBezTo>
                <a:lnTo>
                  <a:pt x="136274" y="4363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70" name="Text 67"/>
          <p:cNvSpPr/>
          <p:nvPr/>
        </p:nvSpPr>
        <p:spPr>
          <a:xfrm>
            <a:off x="7580408" y="4655490"/>
            <a:ext cx="412419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Images: </a:t>
            </a: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298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7341054" y="4993642"/>
            <a:ext cx="4289435" cy="9264"/>
          </a:xfrm>
          <a:custGeom>
            <a:avLst/>
            <a:gdLst/>
            <a:ahLst/>
            <a:cxnLst/>
            <a:rect l="l" t="t" r="r" b="b"/>
            <a:pathLst>
              <a:path w="4289435" h="9264">
                <a:moveTo>
                  <a:pt x="0" y="0"/>
                </a:moveTo>
                <a:lnTo>
                  <a:pt x="4289435" y="0"/>
                </a:lnTo>
                <a:lnTo>
                  <a:pt x="4289435" y="9264"/>
                </a:lnTo>
                <a:lnTo>
                  <a:pt x="0" y="92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7359582" y="514650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67312" y="1505"/>
                </a:moveTo>
                <a:cubicBezTo>
                  <a:pt x="71626" y="-492"/>
                  <a:pt x="76605" y="-492"/>
                  <a:pt x="80919" y="1505"/>
                </a:cubicBezTo>
                <a:lnTo>
                  <a:pt x="144207" y="30746"/>
                </a:lnTo>
                <a:cubicBezTo>
                  <a:pt x="146668" y="31875"/>
                  <a:pt x="148231" y="34336"/>
                  <a:pt x="148231" y="37058"/>
                </a:cubicBezTo>
                <a:cubicBezTo>
                  <a:pt x="148231" y="39779"/>
                  <a:pt x="146668" y="42240"/>
                  <a:pt x="144207" y="43369"/>
                </a:cubicBezTo>
                <a:lnTo>
                  <a:pt x="80919" y="72610"/>
                </a:lnTo>
                <a:cubicBezTo>
                  <a:pt x="76605" y="74608"/>
                  <a:pt x="71626" y="74608"/>
                  <a:pt x="67312" y="72610"/>
                </a:cubicBezTo>
                <a:lnTo>
                  <a:pt x="4024" y="43369"/>
                </a:lnTo>
                <a:cubicBezTo>
                  <a:pt x="1563" y="42211"/>
                  <a:pt x="0" y="39750"/>
                  <a:pt x="0" y="37058"/>
                </a:cubicBezTo>
                <a:cubicBezTo>
                  <a:pt x="0" y="34365"/>
                  <a:pt x="1563" y="31875"/>
                  <a:pt x="4024" y="30746"/>
                </a:cubicBezTo>
                <a:lnTo>
                  <a:pt x="67312" y="1505"/>
                </a:lnTo>
                <a:close/>
                <a:moveTo>
                  <a:pt x="13926" y="63230"/>
                </a:moveTo>
                <a:lnTo>
                  <a:pt x="61493" y="85204"/>
                </a:lnTo>
                <a:cubicBezTo>
                  <a:pt x="69512" y="88910"/>
                  <a:pt x="78748" y="88910"/>
                  <a:pt x="86767" y="85204"/>
                </a:cubicBezTo>
                <a:lnTo>
                  <a:pt x="134334" y="63230"/>
                </a:lnTo>
                <a:lnTo>
                  <a:pt x="144207" y="67804"/>
                </a:lnTo>
                <a:cubicBezTo>
                  <a:pt x="146668" y="68933"/>
                  <a:pt x="148231" y="71394"/>
                  <a:pt x="148231" y="74116"/>
                </a:cubicBezTo>
                <a:cubicBezTo>
                  <a:pt x="148231" y="76837"/>
                  <a:pt x="146668" y="79298"/>
                  <a:pt x="144207" y="80427"/>
                </a:cubicBezTo>
                <a:lnTo>
                  <a:pt x="80919" y="109668"/>
                </a:lnTo>
                <a:cubicBezTo>
                  <a:pt x="76605" y="111665"/>
                  <a:pt x="71626" y="111665"/>
                  <a:pt x="67312" y="109668"/>
                </a:cubicBezTo>
                <a:lnTo>
                  <a:pt x="4024" y="80427"/>
                </a:lnTo>
                <a:cubicBezTo>
                  <a:pt x="1563" y="79269"/>
                  <a:pt x="0" y="76808"/>
                  <a:pt x="0" y="74116"/>
                </a:cubicBezTo>
                <a:cubicBezTo>
                  <a:pt x="0" y="71423"/>
                  <a:pt x="1563" y="68933"/>
                  <a:pt x="4024" y="67804"/>
                </a:cubicBezTo>
                <a:lnTo>
                  <a:pt x="13897" y="63230"/>
                </a:lnTo>
                <a:close/>
                <a:moveTo>
                  <a:pt x="4024" y="104862"/>
                </a:moveTo>
                <a:lnTo>
                  <a:pt x="13897" y="100288"/>
                </a:lnTo>
                <a:lnTo>
                  <a:pt x="61464" y="122262"/>
                </a:lnTo>
                <a:cubicBezTo>
                  <a:pt x="69483" y="125967"/>
                  <a:pt x="78719" y="125967"/>
                  <a:pt x="86738" y="122262"/>
                </a:cubicBezTo>
                <a:lnTo>
                  <a:pt x="134305" y="100288"/>
                </a:lnTo>
                <a:lnTo>
                  <a:pt x="144178" y="104862"/>
                </a:lnTo>
                <a:cubicBezTo>
                  <a:pt x="146639" y="105991"/>
                  <a:pt x="148202" y="108452"/>
                  <a:pt x="148202" y="111173"/>
                </a:cubicBezTo>
                <a:cubicBezTo>
                  <a:pt x="148202" y="113895"/>
                  <a:pt x="146639" y="116356"/>
                  <a:pt x="144178" y="117485"/>
                </a:cubicBezTo>
                <a:lnTo>
                  <a:pt x="80890" y="146726"/>
                </a:lnTo>
                <a:cubicBezTo>
                  <a:pt x="76576" y="148723"/>
                  <a:pt x="71597" y="148723"/>
                  <a:pt x="67283" y="146726"/>
                </a:cubicBezTo>
                <a:lnTo>
                  <a:pt x="4024" y="117485"/>
                </a:lnTo>
                <a:cubicBezTo>
                  <a:pt x="1563" y="116327"/>
                  <a:pt x="0" y="113866"/>
                  <a:pt x="0" y="111173"/>
                </a:cubicBezTo>
                <a:cubicBezTo>
                  <a:pt x="0" y="108481"/>
                  <a:pt x="1563" y="105991"/>
                  <a:pt x="4024" y="10486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73" name="Text 70"/>
          <p:cNvSpPr/>
          <p:nvPr/>
        </p:nvSpPr>
        <p:spPr>
          <a:xfrm>
            <a:off x="7580408" y="5109448"/>
            <a:ext cx="412419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Function: </a:t>
            </a: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Cross-Entropy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752" y="188972"/>
            <a:ext cx="71350" cy="356752"/>
          </a:xfrm>
          <a:custGeom>
            <a:avLst/>
            <a:gdLst/>
            <a:ahLst/>
            <a:cxnLst/>
            <a:rect l="l" t="t" r="r" b="b"/>
            <a:pathLst>
              <a:path w="71350" h="356752">
                <a:moveTo>
                  <a:pt x="35675" y="0"/>
                </a:moveTo>
                <a:lnTo>
                  <a:pt x="35675" y="0"/>
                </a:lnTo>
                <a:cubicBezTo>
                  <a:pt x="55365" y="0"/>
                  <a:pt x="71350" y="15986"/>
                  <a:pt x="71350" y="35675"/>
                </a:cubicBezTo>
                <a:lnTo>
                  <a:pt x="71350" y="321077"/>
                </a:lnTo>
                <a:cubicBezTo>
                  <a:pt x="71350" y="340780"/>
                  <a:pt x="55378" y="356752"/>
                  <a:pt x="35675" y="356752"/>
                </a:cubicBezTo>
                <a:lnTo>
                  <a:pt x="35675" y="356752"/>
                </a:lnTo>
                <a:cubicBezTo>
                  <a:pt x="15972" y="356752"/>
                  <a:pt x="0" y="340780"/>
                  <a:pt x="0" y="321077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5128" y="188972"/>
            <a:ext cx="6252079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8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Module 3: Nail Disease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128" y="617074"/>
            <a:ext cx="11380389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3-class nail disorder classifier for early health indicator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752" y="1009502"/>
            <a:ext cx="4682370" cy="3933191"/>
          </a:xfrm>
          <a:custGeom>
            <a:avLst/>
            <a:gdLst/>
            <a:ahLst/>
            <a:cxnLst/>
            <a:rect l="l" t="t" r="r" b="b"/>
            <a:pathLst>
              <a:path w="4682370" h="3933191">
                <a:moveTo>
                  <a:pt x="142696" y="0"/>
                </a:moveTo>
                <a:lnTo>
                  <a:pt x="4539674" y="0"/>
                </a:lnTo>
                <a:cubicBezTo>
                  <a:pt x="4618483" y="0"/>
                  <a:pt x="4682370" y="63887"/>
                  <a:pt x="4682370" y="142696"/>
                </a:cubicBezTo>
                <a:lnTo>
                  <a:pt x="4682370" y="3790495"/>
                </a:lnTo>
                <a:cubicBezTo>
                  <a:pt x="4682370" y="3869304"/>
                  <a:pt x="4618483" y="3933191"/>
                  <a:pt x="4539674" y="3933191"/>
                </a:cubicBezTo>
                <a:lnTo>
                  <a:pt x="142696" y="3933191"/>
                </a:lnTo>
                <a:cubicBezTo>
                  <a:pt x="63887" y="3933191"/>
                  <a:pt x="0" y="3869304"/>
                  <a:pt x="0" y="3790495"/>
                </a:cubicBezTo>
                <a:lnTo>
                  <a:pt x="0" y="142696"/>
                </a:lnTo>
                <a:cubicBezTo>
                  <a:pt x="0" y="63887"/>
                  <a:pt x="63887" y="0"/>
                  <a:pt x="142696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35128" y="1187878"/>
            <a:ext cx="428102" cy="428102"/>
          </a:xfrm>
          <a:custGeom>
            <a:avLst/>
            <a:gdLst/>
            <a:ahLst/>
            <a:cxnLst/>
            <a:rect l="l" t="t" r="r" b="b"/>
            <a:pathLst>
              <a:path w="428102" h="428102">
                <a:moveTo>
                  <a:pt x="107026" y="0"/>
                </a:moveTo>
                <a:lnTo>
                  <a:pt x="321077" y="0"/>
                </a:lnTo>
                <a:cubicBezTo>
                  <a:pt x="380146" y="0"/>
                  <a:pt x="428102" y="47957"/>
                  <a:pt x="428102" y="107026"/>
                </a:cubicBezTo>
                <a:lnTo>
                  <a:pt x="428102" y="321077"/>
                </a:lnTo>
                <a:cubicBezTo>
                  <a:pt x="428102" y="380146"/>
                  <a:pt x="380146" y="428102"/>
                  <a:pt x="321077" y="428102"/>
                </a:cubicBezTo>
                <a:lnTo>
                  <a:pt x="107026" y="428102"/>
                </a:lnTo>
                <a:cubicBezTo>
                  <a:pt x="47957" y="428102"/>
                  <a:pt x="0" y="380146"/>
                  <a:pt x="0" y="321077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5397" y="1294903"/>
            <a:ext cx="267564" cy="214051"/>
          </a:xfrm>
          <a:custGeom>
            <a:avLst/>
            <a:gdLst/>
            <a:ahLst/>
            <a:cxnLst/>
            <a:rect l="l" t="t" r="r" b="b"/>
            <a:pathLst>
              <a:path w="267564" h="214051">
                <a:moveTo>
                  <a:pt x="133782" y="0"/>
                </a:moveTo>
                <a:cubicBezTo>
                  <a:pt x="141182" y="0"/>
                  <a:pt x="147160" y="5978"/>
                  <a:pt x="147160" y="13378"/>
                </a:cubicBezTo>
                <a:lnTo>
                  <a:pt x="147160" y="100337"/>
                </a:lnTo>
                <a:cubicBezTo>
                  <a:pt x="147160" y="104016"/>
                  <a:pt x="150170" y="107026"/>
                  <a:pt x="153849" y="107026"/>
                </a:cubicBezTo>
                <a:cubicBezTo>
                  <a:pt x="157528" y="107026"/>
                  <a:pt x="160538" y="104016"/>
                  <a:pt x="160538" y="100337"/>
                </a:cubicBezTo>
                <a:lnTo>
                  <a:pt x="160538" y="26756"/>
                </a:lnTo>
                <a:cubicBezTo>
                  <a:pt x="160538" y="19357"/>
                  <a:pt x="166517" y="13378"/>
                  <a:pt x="173917" y="13378"/>
                </a:cubicBezTo>
                <a:cubicBezTo>
                  <a:pt x="181316" y="13378"/>
                  <a:pt x="187295" y="19357"/>
                  <a:pt x="187295" y="26756"/>
                </a:cubicBezTo>
                <a:lnTo>
                  <a:pt x="187295" y="100337"/>
                </a:lnTo>
                <a:cubicBezTo>
                  <a:pt x="187295" y="104016"/>
                  <a:pt x="190305" y="107026"/>
                  <a:pt x="193984" y="107026"/>
                </a:cubicBezTo>
                <a:cubicBezTo>
                  <a:pt x="197663" y="107026"/>
                  <a:pt x="200673" y="104016"/>
                  <a:pt x="200673" y="100337"/>
                </a:cubicBezTo>
                <a:lnTo>
                  <a:pt x="200673" y="53513"/>
                </a:lnTo>
                <a:cubicBezTo>
                  <a:pt x="200673" y="46113"/>
                  <a:pt x="206651" y="40135"/>
                  <a:pt x="214051" y="40135"/>
                </a:cubicBezTo>
                <a:cubicBezTo>
                  <a:pt x="221451" y="40135"/>
                  <a:pt x="227429" y="46113"/>
                  <a:pt x="227429" y="53513"/>
                </a:cubicBezTo>
                <a:lnTo>
                  <a:pt x="227429" y="128013"/>
                </a:lnTo>
                <a:cubicBezTo>
                  <a:pt x="219402" y="130270"/>
                  <a:pt x="212922" y="136541"/>
                  <a:pt x="210539" y="144861"/>
                </a:cubicBezTo>
                <a:lnTo>
                  <a:pt x="207822" y="154351"/>
                </a:lnTo>
                <a:lnTo>
                  <a:pt x="198332" y="157068"/>
                </a:lnTo>
                <a:cubicBezTo>
                  <a:pt x="187796" y="160079"/>
                  <a:pt x="180564" y="169694"/>
                  <a:pt x="180564" y="180648"/>
                </a:cubicBezTo>
                <a:cubicBezTo>
                  <a:pt x="180564" y="189887"/>
                  <a:pt x="185748" y="198206"/>
                  <a:pt x="193691" y="202345"/>
                </a:cubicBezTo>
                <a:cubicBezTo>
                  <a:pt x="182194" y="209787"/>
                  <a:pt x="168524" y="214093"/>
                  <a:pt x="153807" y="214093"/>
                </a:cubicBezTo>
                <a:lnTo>
                  <a:pt x="145781" y="214093"/>
                </a:lnTo>
                <a:cubicBezTo>
                  <a:pt x="120864" y="214093"/>
                  <a:pt x="96908" y="204519"/>
                  <a:pt x="78890" y="187337"/>
                </a:cubicBezTo>
                <a:lnTo>
                  <a:pt x="31940" y="142561"/>
                </a:lnTo>
                <a:cubicBezTo>
                  <a:pt x="25251" y="136207"/>
                  <a:pt x="25001" y="125588"/>
                  <a:pt x="31355" y="118899"/>
                </a:cubicBezTo>
                <a:cubicBezTo>
                  <a:pt x="37710" y="112210"/>
                  <a:pt x="48329" y="111959"/>
                  <a:pt x="55018" y="118313"/>
                </a:cubicBezTo>
                <a:lnTo>
                  <a:pt x="80311" y="142394"/>
                </a:lnTo>
                <a:cubicBezTo>
                  <a:pt x="80311" y="141767"/>
                  <a:pt x="80269" y="141098"/>
                  <a:pt x="80269" y="140471"/>
                </a:cubicBezTo>
                <a:lnTo>
                  <a:pt x="80269" y="26756"/>
                </a:lnTo>
                <a:cubicBezTo>
                  <a:pt x="80269" y="19357"/>
                  <a:pt x="86248" y="13378"/>
                  <a:pt x="93647" y="13378"/>
                </a:cubicBezTo>
                <a:cubicBezTo>
                  <a:pt x="101047" y="13378"/>
                  <a:pt x="107026" y="19357"/>
                  <a:pt x="107026" y="26756"/>
                </a:cubicBezTo>
                <a:lnTo>
                  <a:pt x="107026" y="100337"/>
                </a:lnTo>
                <a:cubicBezTo>
                  <a:pt x="107026" y="104016"/>
                  <a:pt x="110036" y="107026"/>
                  <a:pt x="113715" y="107026"/>
                </a:cubicBezTo>
                <a:cubicBezTo>
                  <a:pt x="117394" y="107026"/>
                  <a:pt x="120404" y="104016"/>
                  <a:pt x="120404" y="100337"/>
                </a:cubicBezTo>
                <a:lnTo>
                  <a:pt x="120404" y="13378"/>
                </a:lnTo>
                <a:cubicBezTo>
                  <a:pt x="120404" y="5978"/>
                  <a:pt x="126382" y="0"/>
                  <a:pt x="133782" y="0"/>
                </a:cubicBezTo>
                <a:close/>
                <a:moveTo>
                  <a:pt x="130730" y="136541"/>
                </a:moveTo>
                <a:cubicBezTo>
                  <a:pt x="130270" y="134911"/>
                  <a:pt x="128765" y="133782"/>
                  <a:pt x="127093" y="133782"/>
                </a:cubicBezTo>
                <a:cubicBezTo>
                  <a:pt x="125421" y="133782"/>
                  <a:pt x="123916" y="134911"/>
                  <a:pt x="123456" y="136541"/>
                </a:cubicBezTo>
                <a:lnTo>
                  <a:pt x="120404" y="147160"/>
                </a:lnTo>
                <a:lnTo>
                  <a:pt x="109785" y="150212"/>
                </a:lnTo>
                <a:cubicBezTo>
                  <a:pt x="108154" y="150672"/>
                  <a:pt x="107026" y="152177"/>
                  <a:pt x="107026" y="153849"/>
                </a:cubicBezTo>
                <a:cubicBezTo>
                  <a:pt x="107026" y="155522"/>
                  <a:pt x="108154" y="157027"/>
                  <a:pt x="109785" y="157487"/>
                </a:cubicBezTo>
                <a:lnTo>
                  <a:pt x="120404" y="160538"/>
                </a:lnTo>
                <a:lnTo>
                  <a:pt x="123456" y="171157"/>
                </a:lnTo>
                <a:cubicBezTo>
                  <a:pt x="123916" y="172788"/>
                  <a:pt x="125421" y="173917"/>
                  <a:pt x="127093" y="173917"/>
                </a:cubicBezTo>
                <a:cubicBezTo>
                  <a:pt x="128765" y="173917"/>
                  <a:pt x="130270" y="172788"/>
                  <a:pt x="130730" y="171157"/>
                </a:cubicBezTo>
                <a:lnTo>
                  <a:pt x="133782" y="160538"/>
                </a:lnTo>
                <a:lnTo>
                  <a:pt x="144401" y="157487"/>
                </a:lnTo>
                <a:cubicBezTo>
                  <a:pt x="146031" y="157027"/>
                  <a:pt x="147160" y="155522"/>
                  <a:pt x="147160" y="153849"/>
                </a:cubicBezTo>
                <a:cubicBezTo>
                  <a:pt x="147160" y="152177"/>
                  <a:pt x="146031" y="150672"/>
                  <a:pt x="144401" y="150212"/>
                </a:cubicBezTo>
                <a:lnTo>
                  <a:pt x="133782" y="147160"/>
                </a:lnTo>
                <a:lnTo>
                  <a:pt x="130730" y="136541"/>
                </a:lnTo>
                <a:close/>
                <a:moveTo>
                  <a:pt x="43479" y="50168"/>
                </a:moveTo>
                <a:lnTo>
                  <a:pt x="63672" y="55938"/>
                </a:lnTo>
                <a:cubicBezTo>
                  <a:pt x="65595" y="56481"/>
                  <a:pt x="66891" y="58237"/>
                  <a:pt x="66891" y="60202"/>
                </a:cubicBezTo>
                <a:cubicBezTo>
                  <a:pt x="66891" y="62167"/>
                  <a:pt x="65595" y="63923"/>
                  <a:pt x="63672" y="64466"/>
                </a:cubicBezTo>
                <a:lnTo>
                  <a:pt x="43479" y="70236"/>
                </a:lnTo>
                <a:lnTo>
                  <a:pt x="37710" y="90428"/>
                </a:lnTo>
                <a:cubicBezTo>
                  <a:pt x="37166" y="92351"/>
                  <a:pt x="35410" y="93647"/>
                  <a:pt x="33446" y="93647"/>
                </a:cubicBezTo>
                <a:cubicBezTo>
                  <a:pt x="31481" y="93647"/>
                  <a:pt x="29725" y="92351"/>
                  <a:pt x="29181" y="90428"/>
                </a:cubicBezTo>
                <a:lnTo>
                  <a:pt x="23412" y="70236"/>
                </a:lnTo>
                <a:lnTo>
                  <a:pt x="3219" y="64466"/>
                </a:lnTo>
                <a:cubicBezTo>
                  <a:pt x="1296" y="63923"/>
                  <a:pt x="0" y="62167"/>
                  <a:pt x="0" y="60202"/>
                </a:cubicBezTo>
                <a:cubicBezTo>
                  <a:pt x="0" y="58237"/>
                  <a:pt x="1296" y="56481"/>
                  <a:pt x="3219" y="55938"/>
                </a:cubicBezTo>
                <a:lnTo>
                  <a:pt x="23412" y="50168"/>
                </a:lnTo>
                <a:lnTo>
                  <a:pt x="29181" y="29976"/>
                </a:lnTo>
                <a:cubicBezTo>
                  <a:pt x="29725" y="28052"/>
                  <a:pt x="31481" y="26756"/>
                  <a:pt x="33446" y="26756"/>
                </a:cubicBezTo>
                <a:cubicBezTo>
                  <a:pt x="35410" y="26756"/>
                  <a:pt x="37166" y="28052"/>
                  <a:pt x="37710" y="29976"/>
                </a:cubicBezTo>
                <a:lnTo>
                  <a:pt x="43479" y="50168"/>
                </a:lnTo>
                <a:close/>
                <a:moveTo>
                  <a:pt x="244152" y="170572"/>
                </a:moveTo>
                <a:lnTo>
                  <a:pt x="264345" y="176341"/>
                </a:lnTo>
                <a:cubicBezTo>
                  <a:pt x="266268" y="176885"/>
                  <a:pt x="267564" y="178641"/>
                  <a:pt x="267564" y="180606"/>
                </a:cubicBezTo>
                <a:cubicBezTo>
                  <a:pt x="267564" y="182571"/>
                  <a:pt x="266268" y="184327"/>
                  <a:pt x="264345" y="184870"/>
                </a:cubicBezTo>
                <a:lnTo>
                  <a:pt x="244152" y="190639"/>
                </a:lnTo>
                <a:lnTo>
                  <a:pt x="238383" y="210832"/>
                </a:lnTo>
                <a:cubicBezTo>
                  <a:pt x="237839" y="212755"/>
                  <a:pt x="236083" y="214051"/>
                  <a:pt x="234119" y="214051"/>
                </a:cubicBezTo>
                <a:cubicBezTo>
                  <a:pt x="232154" y="214051"/>
                  <a:pt x="230398" y="212755"/>
                  <a:pt x="229854" y="210832"/>
                </a:cubicBezTo>
                <a:lnTo>
                  <a:pt x="224085" y="190639"/>
                </a:lnTo>
                <a:lnTo>
                  <a:pt x="203892" y="184870"/>
                </a:lnTo>
                <a:cubicBezTo>
                  <a:pt x="201969" y="184327"/>
                  <a:pt x="200673" y="182571"/>
                  <a:pt x="200673" y="180606"/>
                </a:cubicBezTo>
                <a:cubicBezTo>
                  <a:pt x="200673" y="178641"/>
                  <a:pt x="201969" y="176885"/>
                  <a:pt x="203892" y="176341"/>
                </a:cubicBezTo>
                <a:lnTo>
                  <a:pt x="224085" y="170572"/>
                </a:lnTo>
                <a:lnTo>
                  <a:pt x="229854" y="150379"/>
                </a:lnTo>
                <a:cubicBezTo>
                  <a:pt x="230398" y="148456"/>
                  <a:pt x="232154" y="147160"/>
                  <a:pt x="234119" y="147160"/>
                </a:cubicBezTo>
                <a:cubicBezTo>
                  <a:pt x="236083" y="147160"/>
                  <a:pt x="237839" y="148456"/>
                  <a:pt x="238383" y="150379"/>
                </a:cubicBezTo>
                <a:lnTo>
                  <a:pt x="244152" y="170572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70256" y="1259228"/>
            <a:ext cx="1917542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Nail Analysis?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5128" y="1758681"/>
            <a:ext cx="4396969" cy="927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4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 abnormalities</a:t>
            </a:r>
            <a:r>
              <a:rPr lang="en-US" sz="112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indicate systemic health issues including liver disease, anemia, fungal infections, and autoimmune conditions. Early detection through image analysis enables timely medical consultation.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966" y="2864612"/>
            <a:ext cx="142701" cy="142701"/>
          </a:xfrm>
          <a:custGeom>
            <a:avLst/>
            <a:gdLst/>
            <a:ahLst/>
            <a:cxnLst/>
            <a:rect l="l" t="t" r="r" b="b"/>
            <a:pathLst>
              <a:path w="142701" h="142701">
                <a:moveTo>
                  <a:pt x="71350" y="142701"/>
                </a:moveTo>
                <a:cubicBezTo>
                  <a:pt x="110730" y="142701"/>
                  <a:pt x="142701" y="110730"/>
                  <a:pt x="142701" y="71350"/>
                </a:cubicBezTo>
                <a:cubicBezTo>
                  <a:pt x="142701" y="31971"/>
                  <a:pt x="110730" y="0"/>
                  <a:pt x="71350" y="0"/>
                </a:cubicBezTo>
                <a:cubicBezTo>
                  <a:pt x="31971" y="0"/>
                  <a:pt x="0" y="31971"/>
                  <a:pt x="0" y="71350"/>
                </a:cubicBezTo>
                <a:cubicBezTo>
                  <a:pt x="0" y="110730"/>
                  <a:pt x="31971" y="142701"/>
                  <a:pt x="71350" y="142701"/>
                </a:cubicBezTo>
                <a:close/>
                <a:moveTo>
                  <a:pt x="94874" y="59282"/>
                </a:moveTo>
                <a:lnTo>
                  <a:pt x="72577" y="94957"/>
                </a:lnTo>
                <a:cubicBezTo>
                  <a:pt x="71406" y="96825"/>
                  <a:pt x="69399" y="97995"/>
                  <a:pt x="67198" y="98107"/>
                </a:cubicBezTo>
                <a:cubicBezTo>
                  <a:pt x="64996" y="98218"/>
                  <a:pt x="62878" y="97215"/>
                  <a:pt x="61568" y="95431"/>
                </a:cubicBezTo>
                <a:lnTo>
                  <a:pt x="48189" y="77594"/>
                </a:lnTo>
                <a:cubicBezTo>
                  <a:pt x="45960" y="74639"/>
                  <a:pt x="46573" y="70459"/>
                  <a:pt x="49527" y="68229"/>
                </a:cubicBezTo>
                <a:cubicBezTo>
                  <a:pt x="52482" y="65999"/>
                  <a:pt x="56662" y="66612"/>
                  <a:pt x="58892" y="69567"/>
                </a:cubicBezTo>
                <a:lnTo>
                  <a:pt x="66417" y="79600"/>
                </a:lnTo>
                <a:lnTo>
                  <a:pt x="83530" y="52203"/>
                </a:lnTo>
                <a:cubicBezTo>
                  <a:pt x="85481" y="49081"/>
                  <a:pt x="89606" y="48106"/>
                  <a:pt x="92756" y="50085"/>
                </a:cubicBezTo>
                <a:cubicBezTo>
                  <a:pt x="95905" y="52063"/>
                  <a:pt x="96853" y="56161"/>
                  <a:pt x="94874" y="5931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784854" y="2828937"/>
            <a:ext cx="1614303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17+ detectable conditions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966" y="3150014"/>
            <a:ext cx="142701" cy="142701"/>
          </a:xfrm>
          <a:custGeom>
            <a:avLst/>
            <a:gdLst/>
            <a:ahLst/>
            <a:cxnLst/>
            <a:rect l="l" t="t" r="r" b="b"/>
            <a:pathLst>
              <a:path w="142701" h="142701">
                <a:moveTo>
                  <a:pt x="71350" y="142701"/>
                </a:moveTo>
                <a:cubicBezTo>
                  <a:pt x="110730" y="142701"/>
                  <a:pt x="142701" y="110730"/>
                  <a:pt x="142701" y="71350"/>
                </a:cubicBezTo>
                <a:cubicBezTo>
                  <a:pt x="142701" y="31971"/>
                  <a:pt x="110730" y="0"/>
                  <a:pt x="71350" y="0"/>
                </a:cubicBezTo>
                <a:cubicBezTo>
                  <a:pt x="31971" y="0"/>
                  <a:pt x="0" y="31971"/>
                  <a:pt x="0" y="71350"/>
                </a:cubicBezTo>
                <a:cubicBezTo>
                  <a:pt x="0" y="110730"/>
                  <a:pt x="31971" y="142701"/>
                  <a:pt x="71350" y="142701"/>
                </a:cubicBezTo>
                <a:close/>
                <a:moveTo>
                  <a:pt x="94874" y="59282"/>
                </a:moveTo>
                <a:lnTo>
                  <a:pt x="72577" y="94957"/>
                </a:lnTo>
                <a:cubicBezTo>
                  <a:pt x="71406" y="96825"/>
                  <a:pt x="69399" y="97995"/>
                  <a:pt x="67198" y="98107"/>
                </a:cubicBezTo>
                <a:cubicBezTo>
                  <a:pt x="64996" y="98218"/>
                  <a:pt x="62878" y="97215"/>
                  <a:pt x="61568" y="95431"/>
                </a:cubicBezTo>
                <a:lnTo>
                  <a:pt x="48189" y="77594"/>
                </a:lnTo>
                <a:cubicBezTo>
                  <a:pt x="45960" y="74639"/>
                  <a:pt x="46573" y="70459"/>
                  <a:pt x="49527" y="68229"/>
                </a:cubicBezTo>
                <a:cubicBezTo>
                  <a:pt x="52482" y="65999"/>
                  <a:pt x="56662" y="66612"/>
                  <a:pt x="58892" y="69567"/>
                </a:cubicBezTo>
                <a:lnTo>
                  <a:pt x="66417" y="79600"/>
                </a:lnTo>
                <a:lnTo>
                  <a:pt x="83530" y="52203"/>
                </a:lnTo>
                <a:cubicBezTo>
                  <a:pt x="85481" y="49081"/>
                  <a:pt x="89606" y="48106"/>
                  <a:pt x="92756" y="50085"/>
                </a:cubicBezTo>
                <a:cubicBezTo>
                  <a:pt x="95905" y="52063"/>
                  <a:pt x="96853" y="56161"/>
                  <a:pt x="94874" y="5931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784854" y="3114339"/>
            <a:ext cx="170349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Systemic health indicators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966" y="3435415"/>
            <a:ext cx="142701" cy="142701"/>
          </a:xfrm>
          <a:custGeom>
            <a:avLst/>
            <a:gdLst/>
            <a:ahLst/>
            <a:cxnLst/>
            <a:rect l="l" t="t" r="r" b="b"/>
            <a:pathLst>
              <a:path w="142701" h="142701">
                <a:moveTo>
                  <a:pt x="71350" y="142701"/>
                </a:moveTo>
                <a:cubicBezTo>
                  <a:pt x="110730" y="142701"/>
                  <a:pt x="142701" y="110730"/>
                  <a:pt x="142701" y="71350"/>
                </a:cubicBezTo>
                <a:cubicBezTo>
                  <a:pt x="142701" y="31971"/>
                  <a:pt x="110730" y="0"/>
                  <a:pt x="71350" y="0"/>
                </a:cubicBezTo>
                <a:cubicBezTo>
                  <a:pt x="31971" y="0"/>
                  <a:pt x="0" y="31971"/>
                  <a:pt x="0" y="71350"/>
                </a:cubicBezTo>
                <a:cubicBezTo>
                  <a:pt x="0" y="110730"/>
                  <a:pt x="31971" y="142701"/>
                  <a:pt x="71350" y="142701"/>
                </a:cubicBezTo>
                <a:close/>
                <a:moveTo>
                  <a:pt x="94874" y="59282"/>
                </a:moveTo>
                <a:lnTo>
                  <a:pt x="72577" y="94957"/>
                </a:lnTo>
                <a:cubicBezTo>
                  <a:pt x="71406" y="96825"/>
                  <a:pt x="69399" y="97995"/>
                  <a:pt x="67198" y="98107"/>
                </a:cubicBezTo>
                <a:cubicBezTo>
                  <a:pt x="64996" y="98218"/>
                  <a:pt x="62878" y="97215"/>
                  <a:pt x="61568" y="95431"/>
                </a:cubicBezTo>
                <a:lnTo>
                  <a:pt x="48189" y="77594"/>
                </a:lnTo>
                <a:cubicBezTo>
                  <a:pt x="45960" y="74639"/>
                  <a:pt x="46573" y="70459"/>
                  <a:pt x="49527" y="68229"/>
                </a:cubicBezTo>
                <a:cubicBezTo>
                  <a:pt x="52482" y="65999"/>
                  <a:pt x="56662" y="66612"/>
                  <a:pt x="58892" y="69567"/>
                </a:cubicBezTo>
                <a:lnTo>
                  <a:pt x="66417" y="79600"/>
                </a:lnTo>
                <a:lnTo>
                  <a:pt x="83530" y="52203"/>
                </a:lnTo>
                <a:cubicBezTo>
                  <a:pt x="85481" y="49081"/>
                  <a:pt x="89606" y="48106"/>
                  <a:pt x="92756" y="50085"/>
                </a:cubicBezTo>
                <a:cubicBezTo>
                  <a:pt x="95905" y="52063"/>
                  <a:pt x="96853" y="56161"/>
                  <a:pt x="94874" y="5931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784854" y="3399740"/>
            <a:ext cx="1534034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Non-invasive screening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671" y="5094312"/>
            <a:ext cx="4664533" cy="1587546"/>
          </a:xfrm>
          <a:custGeom>
            <a:avLst/>
            <a:gdLst/>
            <a:ahLst/>
            <a:cxnLst/>
            <a:rect l="l" t="t" r="r" b="b"/>
            <a:pathLst>
              <a:path w="4664533" h="1587546">
                <a:moveTo>
                  <a:pt x="142705" y="0"/>
                </a:moveTo>
                <a:lnTo>
                  <a:pt x="4521828" y="0"/>
                </a:lnTo>
                <a:cubicBezTo>
                  <a:pt x="4600642" y="0"/>
                  <a:pt x="4664533" y="63891"/>
                  <a:pt x="4664533" y="142705"/>
                </a:cubicBezTo>
                <a:lnTo>
                  <a:pt x="4664533" y="1444842"/>
                </a:lnTo>
                <a:cubicBezTo>
                  <a:pt x="4664533" y="1523655"/>
                  <a:pt x="4600642" y="1587546"/>
                  <a:pt x="4521828" y="1587546"/>
                </a:cubicBezTo>
                <a:lnTo>
                  <a:pt x="142705" y="1587546"/>
                </a:lnTo>
                <a:cubicBezTo>
                  <a:pt x="63944" y="1587546"/>
                  <a:pt x="0" y="1523603"/>
                  <a:pt x="0" y="1444842"/>
                </a:cubicBezTo>
                <a:lnTo>
                  <a:pt x="0" y="142705"/>
                </a:lnTo>
                <a:cubicBezTo>
                  <a:pt x="0" y="63944"/>
                  <a:pt x="63944" y="0"/>
                  <a:pt x="1427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D4AA">
                <a:alpha val="30196"/>
              </a:srgbClr>
            </a:solidFill>
            <a:prstDash val="solid"/>
          </a:ln>
          <a:effectLst>
            <a:outerShdw blurRad="133782" dist="89188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7" name="Image 0" descr="https://kimi-web-img.moonshot.cn/img/i0.wp.com/c3f5d66ac7776978b18fcfbff53531d7085c7de9.jpg"/>
          <p:cNvPicPr>
            <a:picLocks noChangeAspect="1"/>
          </p:cNvPicPr>
          <p:nvPr/>
        </p:nvPicPr>
        <p:blipFill>
          <a:blip r:embed="rId3"/>
          <a:srcRect t="39048" b="39048"/>
          <a:stretch/>
        </p:blipFill>
        <p:spPr>
          <a:xfrm>
            <a:off x="374590" y="5103231"/>
            <a:ext cx="4646695" cy="1569709"/>
          </a:xfrm>
          <a:prstGeom prst="roundRect">
            <a:avLst>
              <a:gd name="adj" fmla="val 9091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5223072" y="1018420"/>
            <a:ext cx="6599912" cy="2372401"/>
          </a:xfrm>
          <a:custGeom>
            <a:avLst/>
            <a:gdLst/>
            <a:ahLst/>
            <a:cxnLst/>
            <a:rect l="l" t="t" r="r" b="b"/>
            <a:pathLst>
              <a:path w="6599912" h="2372401">
                <a:moveTo>
                  <a:pt x="142700" y="0"/>
                </a:moveTo>
                <a:lnTo>
                  <a:pt x="6457212" y="0"/>
                </a:lnTo>
                <a:cubicBezTo>
                  <a:pt x="6536023" y="0"/>
                  <a:pt x="6599912" y="63889"/>
                  <a:pt x="6599912" y="142700"/>
                </a:cubicBezTo>
                <a:lnTo>
                  <a:pt x="6599912" y="2229701"/>
                </a:lnTo>
                <a:cubicBezTo>
                  <a:pt x="6599912" y="2308512"/>
                  <a:pt x="6536023" y="2372401"/>
                  <a:pt x="6457212" y="2372401"/>
                </a:cubicBezTo>
                <a:lnTo>
                  <a:pt x="142700" y="2372401"/>
                </a:lnTo>
                <a:cubicBezTo>
                  <a:pt x="63889" y="2372401"/>
                  <a:pt x="0" y="2308512"/>
                  <a:pt x="0" y="2229701"/>
                </a:cubicBezTo>
                <a:lnTo>
                  <a:pt x="0" y="142700"/>
                </a:lnTo>
                <a:cubicBezTo>
                  <a:pt x="0" y="63889"/>
                  <a:pt x="63889" y="0"/>
                  <a:pt x="142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270000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10367" y="1205715"/>
            <a:ext cx="428102" cy="428102"/>
          </a:xfrm>
          <a:custGeom>
            <a:avLst/>
            <a:gdLst/>
            <a:ahLst/>
            <a:cxnLst/>
            <a:rect l="l" t="t" r="r" b="b"/>
            <a:pathLst>
              <a:path w="428102" h="428102">
                <a:moveTo>
                  <a:pt x="107026" y="0"/>
                </a:moveTo>
                <a:lnTo>
                  <a:pt x="321077" y="0"/>
                </a:lnTo>
                <a:cubicBezTo>
                  <a:pt x="380146" y="0"/>
                  <a:pt x="428102" y="47957"/>
                  <a:pt x="428102" y="107026"/>
                </a:cubicBezTo>
                <a:lnTo>
                  <a:pt x="428102" y="321077"/>
                </a:lnTo>
                <a:cubicBezTo>
                  <a:pt x="428102" y="380146"/>
                  <a:pt x="380146" y="428102"/>
                  <a:pt x="321077" y="428102"/>
                </a:cubicBezTo>
                <a:lnTo>
                  <a:pt x="107026" y="428102"/>
                </a:lnTo>
                <a:cubicBezTo>
                  <a:pt x="47957" y="428102"/>
                  <a:pt x="0" y="380146"/>
                  <a:pt x="0" y="321077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517393" y="1312741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55938" y="15176"/>
                </a:moveTo>
                <a:cubicBezTo>
                  <a:pt x="60495" y="18353"/>
                  <a:pt x="61582" y="24624"/>
                  <a:pt x="58404" y="29139"/>
                </a:cubicBezTo>
                <a:lnTo>
                  <a:pt x="34992" y="62585"/>
                </a:lnTo>
                <a:cubicBezTo>
                  <a:pt x="33278" y="65010"/>
                  <a:pt x="30603" y="66557"/>
                  <a:pt x="27634" y="66807"/>
                </a:cubicBezTo>
                <a:cubicBezTo>
                  <a:pt x="24666" y="67058"/>
                  <a:pt x="21740" y="66055"/>
                  <a:pt x="19649" y="63965"/>
                </a:cubicBezTo>
                <a:lnTo>
                  <a:pt x="2926" y="47242"/>
                </a:lnTo>
                <a:cubicBezTo>
                  <a:pt x="-962" y="43312"/>
                  <a:pt x="-962" y="36957"/>
                  <a:pt x="2926" y="33027"/>
                </a:cubicBezTo>
                <a:cubicBezTo>
                  <a:pt x="6815" y="29098"/>
                  <a:pt x="13211" y="29139"/>
                  <a:pt x="17141" y="33027"/>
                </a:cubicBezTo>
                <a:lnTo>
                  <a:pt x="25419" y="41305"/>
                </a:lnTo>
                <a:lnTo>
                  <a:pt x="41974" y="17643"/>
                </a:lnTo>
                <a:cubicBezTo>
                  <a:pt x="45151" y="13086"/>
                  <a:pt x="51422" y="11999"/>
                  <a:pt x="55938" y="15176"/>
                </a:cubicBezTo>
                <a:close/>
                <a:moveTo>
                  <a:pt x="55938" y="82067"/>
                </a:moveTo>
                <a:cubicBezTo>
                  <a:pt x="60495" y="85244"/>
                  <a:pt x="61582" y="91515"/>
                  <a:pt x="58404" y="96030"/>
                </a:cubicBezTo>
                <a:lnTo>
                  <a:pt x="34992" y="129476"/>
                </a:lnTo>
                <a:cubicBezTo>
                  <a:pt x="33278" y="131901"/>
                  <a:pt x="30603" y="133448"/>
                  <a:pt x="27634" y="133698"/>
                </a:cubicBezTo>
                <a:cubicBezTo>
                  <a:pt x="24666" y="133949"/>
                  <a:pt x="21740" y="132946"/>
                  <a:pt x="19649" y="130856"/>
                </a:cubicBezTo>
                <a:lnTo>
                  <a:pt x="2926" y="114133"/>
                </a:lnTo>
                <a:cubicBezTo>
                  <a:pt x="-1003" y="110203"/>
                  <a:pt x="-1003" y="103848"/>
                  <a:pt x="2926" y="99960"/>
                </a:cubicBezTo>
                <a:cubicBezTo>
                  <a:pt x="6856" y="96072"/>
                  <a:pt x="13211" y="96030"/>
                  <a:pt x="17099" y="99960"/>
                </a:cubicBezTo>
                <a:lnTo>
                  <a:pt x="25377" y="108238"/>
                </a:lnTo>
                <a:lnTo>
                  <a:pt x="41932" y="84575"/>
                </a:lnTo>
                <a:cubicBezTo>
                  <a:pt x="45110" y="80018"/>
                  <a:pt x="51381" y="78931"/>
                  <a:pt x="55896" y="82109"/>
                </a:cubicBezTo>
                <a:close/>
                <a:moveTo>
                  <a:pt x="93647" y="40135"/>
                </a:moveTo>
                <a:cubicBezTo>
                  <a:pt x="93647" y="32735"/>
                  <a:pt x="99626" y="26756"/>
                  <a:pt x="107026" y="26756"/>
                </a:cubicBezTo>
                <a:lnTo>
                  <a:pt x="200673" y="26756"/>
                </a:lnTo>
                <a:cubicBezTo>
                  <a:pt x="208073" y="26756"/>
                  <a:pt x="214051" y="32735"/>
                  <a:pt x="214051" y="40135"/>
                </a:cubicBezTo>
                <a:cubicBezTo>
                  <a:pt x="214051" y="47534"/>
                  <a:pt x="208073" y="53513"/>
                  <a:pt x="200673" y="53513"/>
                </a:cubicBezTo>
                <a:lnTo>
                  <a:pt x="107026" y="53513"/>
                </a:lnTo>
                <a:cubicBezTo>
                  <a:pt x="99626" y="53513"/>
                  <a:pt x="93647" y="47534"/>
                  <a:pt x="93647" y="40135"/>
                </a:cubicBezTo>
                <a:close/>
                <a:moveTo>
                  <a:pt x="93647" y="107026"/>
                </a:moveTo>
                <a:cubicBezTo>
                  <a:pt x="93647" y="99626"/>
                  <a:pt x="99626" y="93647"/>
                  <a:pt x="107026" y="93647"/>
                </a:cubicBezTo>
                <a:lnTo>
                  <a:pt x="200673" y="93647"/>
                </a:lnTo>
                <a:cubicBezTo>
                  <a:pt x="208073" y="93647"/>
                  <a:pt x="214051" y="99626"/>
                  <a:pt x="214051" y="107026"/>
                </a:cubicBezTo>
                <a:cubicBezTo>
                  <a:pt x="214051" y="114425"/>
                  <a:pt x="208073" y="120404"/>
                  <a:pt x="200673" y="120404"/>
                </a:cubicBezTo>
                <a:lnTo>
                  <a:pt x="107026" y="120404"/>
                </a:lnTo>
                <a:cubicBezTo>
                  <a:pt x="99626" y="120404"/>
                  <a:pt x="93647" y="114425"/>
                  <a:pt x="93647" y="107026"/>
                </a:cubicBezTo>
                <a:close/>
                <a:moveTo>
                  <a:pt x="66891" y="173917"/>
                </a:moveTo>
                <a:cubicBezTo>
                  <a:pt x="66891" y="166517"/>
                  <a:pt x="72869" y="160538"/>
                  <a:pt x="80269" y="160538"/>
                </a:cubicBezTo>
                <a:lnTo>
                  <a:pt x="200673" y="160538"/>
                </a:lnTo>
                <a:cubicBezTo>
                  <a:pt x="208073" y="160538"/>
                  <a:pt x="214051" y="166517"/>
                  <a:pt x="214051" y="173917"/>
                </a:cubicBezTo>
                <a:cubicBezTo>
                  <a:pt x="214051" y="181316"/>
                  <a:pt x="208073" y="187295"/>
                  <a:pt x="200673" y="187295"/>
                </a:cubicBezTo>
                <a:lnTo>
                  <a:pt x="80269" y="187295"/>
                </a:lnTo>
                <a:cubicBezTo>
                  <a:pt x="72869" y="187295"/>
                  <a:pt x="66891" y="181316"/>
                  <a:pt x="66891" y="173917"/>
                </a:cubicBezTo>
                <a:close/>
                <a:moveTo>
                  <a:pt x="26756" y="157194"/>
                </a:moveTo>
                <a:cubicBezTo>
                  <a:pt x="35986" y="157194"/>
                  <a:pt x="43479" y="164687"/>
                  <a:pt x="43479" y="173917"/>
                </a:cubicBezTo>
                <a:cubicBezTo>
                  <a:pt x="43479" y="183146"/>
                  <a:pt x="35986" y="190639"/>
                  <a:pt x="26756" y="190639"/>
                </a:cubicBezTo>
                <a:cubicBezTo>
                  <a:pt x="17527" y="190639"/>
                  <a:pt x="10034" y="183146"/>
                  <a:pt x="10034" y="173917"/>
                </a:cubicBezTo>
                <a:cubicBezTo>
                  <a:pt x="10034" y="164687"/>
                  <a:pt x="17527" y="157194"/>
                  <a:pt x="26756" y="157194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1" name="Text 18"/>
          <p:cNvSpPr/>
          <p:nvPr/>
        </p:nvSpPr>
        <p:spPr>
          <a:xfrm>
            <a:off x="5945495" y="1277066"/>
            <a:ext cx="2461589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Main Classes Detected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19286" y="1785437"/>
            <a:ext cx="1962136" cy="1409170"/>
          </a:xfrm>
          <a:custGeom>
            <a:avLst/>
            <a:gdLst/>
            <a:ahLst/>
            <a:cxnLst/>
            <a:rect l="l" t="t" r="r" b="b"/>
            <a:pathLst>
              <a:path w="1962136" h="1409170">
                <a:moveTo>
                  <a:pt x="107026" y="0"/>
                </a:moveTo>
                <a:lnTo>
                  <a:pt x="1855110" y="0"/>
                </a:lnTo>
                <a:cubicBezTo>
                  <a:pt x="1914219" y="0"/>
                  <a:pt x="1962136" y="47917"/>
                  <a:pt x="1962136" y="107026"/>
                </a:cubicBezTo>
                <a:lnTo>
                  <a:pt x="1962136" y="1302144"/>
                </a:lnTo>
                <a:cubicBezTo>
                  <a:pt x="1962136" y="1361253"/>
                  <a:pt x="1914219" y="1409170"/>
                  <a:pt x="1855110" y="1409170"/>
                </a:cubicBezTo>
                <a:lnTo>
                  <a:pt x="107026" y="1409170"/>
                </a:lnTo>
                <a:cubicBezTo>
                  <a:pt x="47917" y="1409170"/>
                  <a:pt x="0" y="1361253"/>
                  <a:pt x="0" y="1302144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D4AA"/>
            </a:solidFill>
            <a:prstDash val="solid"/>
          </a:ln>
          <a:effectLst>
            <a:outerShdw blurRad="26756" dist="89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51324" y="1937057"/>
            <a:ext cx="499453" cy="499453"/>
          </a:xfrm>
          <a:custGeom>
            <a:avLst/>
            <a:gdLst/>
            <a:ahLst/>
            <a:cxnLst/>
            <a:rect l="l" t="t" r="r" b="b"/>
            <a:pathLst>
              <a:path w="499453" h="499453">
                <a:moveTo>
                  <a:pt x="249726" y="0"/>
                </a:moveTo>
                <a:lnTo>
                  <a:pt x="249726" y="0"/>
                </a:lnTo>
                <a:cubicBezTo>
                  <a:pt x="387554" y="0"/>
                  <a:pt x="499453" y="111899"/>
                  <a:pt x="499453" y="249726"/>
                </a:cubicBezTo>
                <a:lnTo>
                  <a:pt x="499453" y="249726"/>
                </a:lnTo>
                <a:cubicBezTo>
                  <a:pt x="499453" y="387554"/>
                  <a:pt x="387554" y="499453"/>
                  <a:pt x="249726" y="499453"/>
                </a:cubicBezTo>
                <a:lnTo>
                  <a:pt x="249726" y="499453"/>
                </a:lnTo>
                <a:cubicBezTo>
                  <a:pt x="111899" y="499453"/>
                  <a:pt x="0" y="387554"/>
                  <a:pt x="0" y="249726"/>
                </a:cubicBezTo>
                <a:lnTo>
                  <a:pt x="0" y="249726"/>
                </a:lnTo>
                <a:cubicBezTo>
                  <a:pt x="0" y="111899"/>
                  <a:pt x="111899" y="0"/>
                  <a:pt x="249726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294025" y="2079758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107026" y="214051"/>
                </a:moveTo>
                <a:cubicBezTo>
                  <a:pt x="166095" y="214051"/>
                  <a:pt x="214051" y="166095"/>
                  <a:pt x="214051" y="107026"/>
                </a:cubicBezTo>
                <a:cubicBezTo>
                  <a:pt x="214051" y="47957"/>
                  <a:pt x="166095" y="0"/>
                  <a:pt x="107026" y="0"/>
                </a:cubicBezTo>
                <a:cubicBezTo>
                  <a:pt x="47957" y="0"/>
                  <a:pt x="0" y="47957"/>
                  <a:pt x="0" y="107026"/>
                </a:cubicBezTo>
                <a:cubicBezTo>
                  <a:pt x="0" y="166095"/>
                  <a:pt x="47957" y="214051"/>
                  <a:pt x="107026" y="214051"/>
                </a:cubicBezTo>
                <a:close/>
                <a:moveTo>
                  <a:pt x="142311" y="88923"/>
                </a:moveTo>
                <a:lnTo>
                  <a:pt x="108865" y="142436"/>
                </a:lnTo>
                <a:cubicBezTo>
                  <a:pt x="107109" y="145237"/>
                  <a:pt x="104099" y="146993"/>
                  <a:pt x="100796" y="147160"/>
                </a:cubicBezTo>
                <a:cubicBezTo>
                  <a:pt x="97494" y="147327"/>
                  <a:pt x="94316" y="145822"/>
                  <a:pt x="92351" y="143147"/>
                </a:cubicBezTo>
                <a:lnTo>
                  <a:pt x="72284" y="116390"/>
                </a:lnTo>
                <a:cubicBezTo>
                  <a:pt x="68940" y="111959"/>
                  <a:pt x="69859" y="105688"/>
                  <a:pt x="74291" y="102343"/>
                </a:cubicBezTo>
                <a:cubicBezTo>
                  <a:pt x="78722" y="98999"/>
                  <a:pt x="84993" y="99918"/>
                  <a:pt x="88338" y="104350"/>
                </a:cubicBezTo>
                <a:lnTo>
                  <a:pt x="99626" y="119400"/>
                </a:lnTo>
                <a:lnTo>
                  <a:pt x="125295" y="78304"/>
                </a:lnTo>
                <a:cubicBezTo>
                  <a:pt x="128222" y="73622"/>
                  <a:pt x="134409" y="72159"/>
                  <a:pt x="139133" y="75127"/>
                </a:cubicBezTo>
                <a:cubicBezTo>
                  <a:pt x="143857" y="78095"/>
                  <a:pt x="145279" y="84241"/>
                  <a:pt x="142311" y="8896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5" name="Text 22"/>
          <p:cNvSpPr/>
          <p:nvPr/>
        </p:nvSpPr>
        <p:spPr>
          <a:xfrm>
            <a:off x="5530771" y="2543535"/>
            <a:ext cx="1739166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4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35230" y="2828937"/>
            <a:ext cx="173024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nail condition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543354" y="1785437"/>
            <a:ext cx="1962136" cy="1409170"/>
          </a:xfrm>
          <a:custGeom>
            <a:avLst/>
            <a:gdLst/>
            <a:ahLst/>
            <a:cxnLst/>
            <a:rect l="l" t="t" r="r" b="b"/>
            <a:pathLst>
              <a:path w="1962136" h="1409170">
                <a:moveTo>
                  <a:pt x="107026" y="0"/>
                </a:moveTo>
                <a:lnTo>
                  <a:pt x="1855110" y="0"/>
                </a:lnTo>
                <a:cubicBezTo>
                  <a:pt x="1914219" y="0"/>
                  <a:pt x="1962136" y="47917"/>
                  <a:pt x="1962136" y="107026"/>
                </a:cubicBezTo>
                <a:lnTo>
                  <a:pt x="1962136" y="1302144"/>
                </a:lnTo>
                <a:cubicBezTo>
                  <a:pt x="1962136" y="1361253"/>
                  <a:pt x="1914219" y="1409170"/>
                  <a:pt x="1855110" y="1409170"/>
                </a:cubicBezTo>
                <a:lnTo>
                  <a:pt x="107026" y="1409170"/>
                </a:lnTo>
                <a:cubicBezTo>
                  <a:pt x="47917" y="1409170"/>
                  <a:pt x="0" y="1361253"/>
                  <a:pt x="0" y="1302144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26756" dist="89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275392" y="1937057"/>
            <a:ext cx="499453" cy="499453"/>
          </a:xfrm>
          <a:custGeom>
            <a:avLst/>
            <a:gdLst/>
            <a:ahLst/>
            <a:cxnLst/>
            <a:rect l="l" t="t" r="r" b="b"/>
            <a:pathLst>
              <a:path w="499453" h="499453">
                <a:moveTo>
                  <a:pt x="249726" y="0"/>
                </a:moveTo>
                <a:lnTo>
                  <a:pt x="249726" y="0"/>
                </a:lnTo>
                <a:cubicBezTo>
                  <a:pt x="387554" y="0"/>
                  <a:pt x="499453" y="111899"/>
                  <a:pt x="499453" y="249726"/>
                </a:cubicBezTo>
                <a:lnTo>
                  <a:pt x="499453" y="249726"/>
                </a:lnTo>
                <a:cubicBezTo>
                  <a:pt x="499453" y="387554"/>
                  <a:pt x="387554" y="499453"/>
                  <a:pt x="249726" y="499453"/>
                </a:cubicBezTo>
                <a:lnTo>
                  <a:pt x="249726" y="499453"/>
                </a:lnTo>
                <a:cubicBezTo>
                  <a:pt x="111899" y="499453"/>
                  <a:pt x="0" y="387554"/>
                  <a:pt x="0" y="249726"/>
                </a:cubicBezTo>
                <a:lnTo>
                  <a:pt x="0" y="249726"/>
                </a:lnTo>
                <a:cubicBezTo>
                  <a:pt x="0" y="111899"/>
                  <a:pt x="111899" y="0"/>
                  <a:pt x="24972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404715" y="2079758"/>
            <a:ext cx="240808" cy="214051"/>
          </a:xfrm>
          <a:custGeom>
            <a:avLst/>
            <a:gdLst/>
            <a:ahLst/>
            <a:cxnLst/>
            <a:rect l="l" t="t" r="r" b="b"/>
            <a:pathLst>
              <a:path w="240808" h="214051">
                <a:moveTo>
                  <a:pt x="170572" y="6689"/>
                </a:moveTo>
                <a:cubicBezTo>
                  <a:pt x="170572" y="1129"/>
                  <a:pt x="166099" y="-3345"/>
                  <a:pt x="160538" y="-3345"/>
                </a:cubicBezTo>
                <a:cubicBezTo>
                  <a:pt x="154978" y="-3345"/>
                  <a:pt x="150505" y="1129"/>
                  <a:pt x="150505" y="6689"/>
                </a:cubicBezTo>
                <a:lnTo>
                  <a:pt x="150505" y="16472"/>
                </a:lnTo>
                <a:cubicBezTo>
                  <a:pt x="144694" y="18688"/>
                  <a:pt x="139259" y="22116"/>
                  <a:pt x="134535" y="26715"/>
                </a:cubicBezTo>
                <a:lnTo>
                  <a:pt x="127511" y="19649"/>
                </a:lnTo>
                <a:cubicBezTo>
                  <a:pt x="123581" y="15719"/>
                  <a:pt x="117226" y="15719"/>
                  <a:pt x="113338" y="19649"/>
                </a:cubicBezTo>
                <a:cubicBezTo>
                  <a:pt x="109450" y="23579"/>
                  <a:pt x="109409" y="29934"/>
                  <a:pt x="113338" y="33822"/>
                </a:cubicBezTo>
                <a:lnTo>
                  <a:pt x="120362" y="40845"/>
                </a:lnTo>
                <a:lnTo>
                  <a:pt x="107778" y="53429"/>
                </a:lnTo>
                <a:lnTo>
                  <a:pt x="100755" y="46406"/>
                </a:lnTo>
                <a:cubicBezTo>
                  <a:pt x="96825" y="42476"/>
                  <a:pt x="90470" y="42476"/>
                  <a:pt x="86582" y="46406"/>
                </a:cubicBezTo>
                <a:cubicBezTo>
                  <a:pt x="82694" y="50335"/>
                  <a:pt x="82652" y="56690"/>
                  <a:pt x="86582" y="60578"/>
                </a:cubicBezTo>
                <a:lnTo>
                  <a:pt x="93606" y="67602"/>
                </a:lnTo>
                <a:cubicBezTo>
                  <a:pt x="89425" y="71782"/>
                  <a:pt x="85244" y="75963"/>
                  <a:pt x="81022" y="80186"/>
                </a:cubicBezTo>
                <a:lnTo>
                  <a:pt x="73998" y="73162"/>
                </a:lnTo>
                <a:cubicBezTo>
                  <a:pt x="70068" y="69232"/>
                  <a:pt x="63714" y="69232"/>
                  <a:pt x="59826" y="73162"/>
                </a:cubicBezTo>
                <a:cubicBezTo>
                  <a:pt x="55938" y="77092"/>
                  <a:pt x="55896" y="83447"/>
                  <a:pt x="59826" y="87335"/>
                </a:cubicBezTo>
                <a:lnTo>
                  <a:pt x="66849" y="94358"/>
                </a:lnTo>
                <a:lnTo>
                  <a:pt x="54265" y="106942"/>
                </a:lnTo>
                <a:lnTo>
                  <a:pt x="47242" y="99918"/>
                </a:lnTo>
                <a:cubicBezTo>
                  <a:pt x="43312" y="95989"/>
                  <a:pt x="36957" y="95989"/>
                  <a:pt x="33069" y="99918"/>
                </a:cubicBezTo>
                <a:cubicBezTo>
                  <a:pt x="29181" y="103848"/>
                  <a:pt x="29139" y="110203"/>
                  <a:pt x="33069" y="114091"/>
                </a:cubicBezTo>
                <a:lnTo>
                  <a:pt x="40093" y="121115"/>
                </a:lnTo>
                <a:cubicBezTo>
                  <a:pt x="35494" y="125839"/>
                  <a:pt x="32066" y="131274"/>
                  <a:pt x="29850" y="137085"/>
                </a:cubicBezTo>
                <a:lnTo>
                  <a:pt x="20067" y="137127"/>
                </a:lnTo>
                <a:cubicBezTo>
                  <a:pt x="14507" y="137127"/>
                  <a:pt x="10034" y="141600"/>
                  <a:pt x="10034" y="147160"/>
                </a:cubicBezTo>
                <a:cubicBezTo>
                  <a:pt x="10034" y="152721"/>
                  <a:pt x="14507" y="157194"/>
                  <a:pt x="20067" y="157194"/>
                </a:cubicBezTo>
                <a:lnTo>
                  <a:pt x="26882" y="157194"/>
                </a:lnTo>
                <a:cubicBezTo>
                  <a:pt x="27425" y="164845"/>
                  <a:pt x="29850" y="172412"/>
                  <a:pt x="34156" y="179101"/>
                </a:cubicBezTo>
                <a:lnTo>
                  <a:pt x="29683" y="183532"/>
                </a:lnTo>
                <a:cubicBezTo>
                  <a:pt x="25753" y="187462"/>
                  <a:pt x="25753" y="193817"/>
                  <a:pt x="29683" y="197705"/>
                </a:cubicBezTo>
                <a:cubicBezTo>
                  <a:pt x="33613" y="201593"/>
                  <a:pt x="39967" y="201635"/>
                  <a:pt x="43855" y="197705"/>
                </a:cubicBezTo>
                <a:lnTo>
                  <a:pt x="48287" y="193273"/>
                </a:lnTo>
                <a:cubicBezTo>
                  <a:pt x="54976" y="197579"/>
                  <a:pt x="62543" y="200004"/>
                  <a:pt x="70194" y="200548"/>
                </a:cubicBezTo>
                <a:lnTo>
                  <a:pt x="70194" y="207362"/>
                </a:lnTo>
                <a:cubicBezTo>
                  <a:pt x="70194" y="212922"/>
                  <a:pt x="74667" y="217396"/>
                  <a:pt x="80227" y="217396"/>
                </a:cubicBezTo>
                <a:cubicBezTo>
                  <a:pt x="85788" y="217396"/>
                  <a:pt x="90261" y="212922"/>
                  <a:pt x="90261" y="207362"/>
                </a:cubicBezTo>
                <a:lnTo>
                  <a:pt x="90261" y="197579"/>
                </a:lnTo>
                <a:cubicBezTo>
                  <a:pt x="96072" y="195364"/>
                  <a:pt x="101507" y="191935"/>
                  <a:pt x="106231" y="187337"/>
                </a:cubicBezTo>
                <a:lnTo>
                  <a:pt x="113297" y="194402"/>
                </a:lnTo>
                <a:cubicBezTo>
                  <a:pt x="117226" y="198332"/>
                  <a:pt x="123581" y="198332"/>
                  <a:pt x="127469" y="194402"/>
                </a:cubicBezTo>
                <a:cubicBezTo>
                  <a:pt x="131357" y="190472"/>
                  <a:pt x="131399" y="184117"/>
                  <a:pt x="127469" y="180229"/>
                </a:cubicBezTo>
                <a:lnTo>
                  <a:pt x="120446" y="173206"/>
                </a:lnTo>
                <a:lnTo>
                  <a:pt x="133029" y="160622"/>
                </a:lnTo>
                <a:lnTo>
                  <a:pt x="140053" y="167646"/>
                </a:lnTo>
                <a:cubicBezTo>
                  <a:pt x="143983" y="171575"/>
                  <a:pt x="150338" y="171575"/>
                  <a:pt x="154226" y="167646"/>
                </a:cubicBezTo>
                <a:cubicBezTo>
                  <a:pt x="158114" y="163716"/>
                  <a:pt x="158155" y="157361"/>
                  <a:pt x="154226" y="153473"/>
                </a:cubicBezTo>
                <a:lnTo>
                  <a:pt x="147202" y="146449"/>
                </a:lnTo>
                <a:cubicBezTo>
                  <a:pt x="151383" y="142269"/>
                  <a:pt x="155563" y="138088"/>
                  <a:pt x="159786" y="133866"/>
                </a:cubicBezTo>
                <a:lnTo>
                  <a:pt x="166809" y="140889"/>
                </a:lnTo>
                <a:cubicBezTo>
                  <a:pt x="170739" y="144819"/>
                  <a:pt x="177094" y="144819"/>
                  <a:pt x="180982" y="140889"/>
                </a:cubicBezTo>
                <a:cubicBezTo>
                  <a:pt x="184870" y="136959"/>
                  <a:pt x="184912" y="130605"/>
                  <a:pt x="180982" y="126717"/>
                </a:cubicBezTo>
                <a:lnTo>
                  <a:pt x="173958" y="119693"/>
                </a:lnTo>
                <a:lnTo>
                  <a:pt x="186542" y="107109"/>
                </a:lnTo>
                <a:lnTo>
                  <a:pt x="193566" y="114133"/>
                </a:lnTo>
                <a:cubicBezTo>
                  <a:pt x="197496" y="118063"/>
                  <a:pt x="203850" y="118063"/>
                  <a:pt x="207738" y="114133"/>
                </a:cubicBezTo>
                <a:cubicBezTo>
                  <a:pt x="211626" y="110203"/>
                  <a:pt x="211668" y="103848"/>
                  <a:pt x="207738" y="99960"/>
                </a:cubicBezTo>
                <a:lnTo>
                  <a:pt x="200715" y="92937"/>
                </a:lnTo>
                <a:cubicBezTo>
                  <a:pt x="205314" y="88213"/>
                  <a:pt x="208742" y="82778"/>
                  <a:pt x="210957" y="76966"/>
                </a:cubicBezTo>
                <a:lnTo>
                  <a:pt x="220740" y="76966"/>
                </a:lnTo>
                <a:cubicBezTo>
                  <a:pt x="226301" y="76966"/>
                  <a:pt x="230774" y="72493"/>
                  <a:pt x="230774" y="66933"/>
                </a:cubicBezTo>
                <a:cubicBezTo>
                  <a:pt x="230774" y="61372"/>
                  <a:pt x="226301" y="56899"/>
                  <a:pt x="220740" y="56899"/>
                </a:cubicBezTo>
                <a:lnTo>
                  <a:pt x="213926" y="56899"/>
                </a:lnTo>
                <a:cubicBezTo>
                  <a:pt x="213382" y="49249"/>
                  <a:pt x="210957" y="41681"/>
                  <a:pt x="206651" y="34992"/>
                </a:cubicBezTo>
                <a:lnTo>
                  <a:pt x="211125" y="30519"/>
                </a:lnTo>
                <a:cubicBezTo>
                  <a:pt x="215055" y="26589"/>
                  <a:pt x="215055" y="20235"/>
                  <a:pt x="211125" y="16346"/>
                </a:cubicBezTo>
                <a:cubicBezTo>
                  <a:pt x="207195" y="12458"/>
                  <a:pt x="200840" y="12417"/>
                  <a:pt x="196952" y="16346"/>
                </a:cubicBezTo>
                <a:lnTo>
                  <a:pt x="192479" y="20778"/>
                </a:lnTo>
                <a:cubicBezTo>
                  <a:pt x="185790" y="16472"/>
                  <a:pt x="178223" y="14047"/>
                  <a:pt x="170572" y="13504"/>
                </a:cubicBezTo>
                <a:lnTo>
                  <a:pt x="170572" y="6689"/>
                </a:lnTo>
                <a:close/>
                <a:moveTo>
                  <a:pt x="66891" y="147160"/>
                </a:moveTo>
                <a:cubicBezTo>
                  <a:pt x="66891" y="139777"/>
                  <a:pt x="72886" y="133782"/>
                  <a:pt x="80269" y="133782"/>
                </a:cubicBezTo>
                <a:cubicBezTo>
                  <a:pt x="87653" y="133782"/>
                  <a:pt x="93647" y="139777"/>
                  <a:pt x="93647" y="147160"/>
                </a:cubicBezTo>
                <a:cubicBezTo>
                  <a:pt x="93647" y="154544"/>
                  <a:pt x="87653" y="160538"/>
                  <a:pt x="80269" y="160538"/>
                </a:cubicBezTo>
                <a:cubicBezTo>
                  <a:pt x="72886" y="160538"/>
                  <a:pt x="66891" y="154544"/>
                  <a:pt x="66891" y="147160"/>
                </a:cubicBezTo>
                <a:close/>
                <a:moveTo>
                  <a:pt x="113715" y="100337"/>
                </a:moveTo>
                <a:cubicBezTo>
                  <a:pt x="121098" y="100337"/>
                  <a:pt x="127093" y="106331"/>
                  <a:pt x="127093" y="113715"/>
                </a:cubicBezTo>
                <a:cubicBezTo>
                  <a:pt x="127093" y="121098"/>
                  <a:pt x="121098" y="127093"/>
                  <a:pt x="113715" y="127093"/>
                </a:cubicBezTo>
                <a:cubicBezTo>
                  <a:pt x="106331" y="127093"/>
                  <a:pt x="100337" y="121098"/>
                  <a:pt x="100337" y="113715"/>
                </a:cubicBezTo>
                <a:cubicBezTo>
                  <a:pt x="100337" y="106331"/>
                  <a:pt x="106331" y="100337"/>
                  <a:pt x="113715" y="10033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7654839" y="2543535"/>
            <a:ext cx="1739166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4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Onychomycosis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659298" y="2828937"/>
            <a:ext cx="173024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Fungal infection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667422" y="1785437"/>
            <a:ext cx="1962136" cy="1409170"/>
          </a:xfrm>
          <a:custGeom>
            <a:avLst/>
            <a:gdLst/>
            <a:ahLst/>
            <a:cxnLst/>
            <a:rect l="l" t="t" r="r" b="b"/>
            <a:pathLst>
              <a:path w="1962136" h="1409170">
                <a:moveTo>
                  <a:pt x="107026" y="0"/>
                </a:moveTo>
                <a:lnTo>
                  <a:pt x="1855110" y="0"/>
                </a:lnTo>
                <a:cubicBezTo>
                  <a:pt x="1914219" y="0"/>
                  <a:pt x="1962136" y="47917"/>
                  <a:pt x="1962136" y="107026"/>
                </a:cubicBezTo>
                <a:lnTo>
                  <a:pt x="1962136" y="1302144"/>
                </a:lnTo>
                <a:cubicBezTo>
                  <a:pt x="1962136" y="1361253"/>
                  <a:pt x="1914219" y="1409170"/>
                  <a:pt x="1855110" y="1409170"/>
                </a:cubicBezTo>
                <a:lnTo>
                  <a:pt x="107026" y="1409170"/>
                </a:lnTo>
                <a:cubicBezTo>
                  <a:pt x="47917" y="1409170"/>
                  <a:pt x="0" y="1361253"/>
                  <a:pt x="0" y="1302144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26756" dist="89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0399460" y="1937057"/>
            <a:ext cx="499453" cy="499453"/>
          </a:xfrm>
          <a:custGeom>
            <a:avLst/>
            <a:gdLst/>
            <a:ahLst/>
            <a:cxnLst/>
            <a:rect l="l" t="t" r="r" b="b"/>
            <a:pathLst>
              <a:path w="499453" h="499453">
                <a:moveTo>
                  <a:pt x="249726" y="0"/>
                </a:moveTo>
                <a:lnTo>
                  <a:pt x="249726" y="0"/>
                </a:lnTo>
                <a:cubicBezTo>
                  <a:pt x="387554" y="0"/>
                  <a:pt x="499453" y="111899"/>
                  <a:pt x="499453" y="249726"/>
                </a:cubicBezTo>
                <a:lnTo>
                  <a:pt x="499453" y="249726"/>
                </a:lnTo>
                <a:cubicBezTo>
                  <a:pt x="499453" y="387554"/>
                  <a:pt x="387554" y="499453"/>
                  <a:pt x="249726" y="499453"/>
                </a:cubicBezTo>
                <a:lnTo>
                  <a:pt x="249726" y="499453"/>
                </a:lnTo>
                <a:cubicBezTo>
                  <a:pt x="111899" y="499453"/>
                  <a:pt x="0" y="387554"/>
                  <a:pt x="0" y="249726"/>
                </a:cubicBezTo>
                <a:lnTo>
                  <a:pt x="0" y="249726"/>
                </a:lnTo>
                <a:cubicBezTo>
                  <a:pt x="0" y="111899"/>
                  <a:pt x="111899" y="0"/>
                  <a:pt x="249726" y="0"/>
                </a:cubicBezTo>
                <a:close/>
              </a:path>
            </a:pathLst>
          </a:custGeom>
          <a:solidFill>
            <a:srgbClr val="DC2626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0542161" y="2079758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98873" y="12291"/>
                </a:moveTo>
                <a:lnTo>
                  <a:pt x="93647" y="20067"/>
                </a:lnTo>
                <a:cubicBezTo>
                  <a:pt x="85286" y="32609"/>
                  <a:pt x="71239" y="40135"/>
                  <a:pt x="56147" y="40135"/>
                </a:cubicBezTo>
                <a:lnTo>
                  <a:pt x="28429" y="40135"/>
                </a:lnTo>
                <a:cubicBezTo>
                  <a:pt x="12751" y="40135"/>
                  <a:pt x="42" y="52844"/>
                  <a:pt x="42" y="68521"/>
                </a:cubicBezTo>
                <a:cubicBezTo>
                  <a:pt x="42" y="76047"/>
                  <a:pt x="3052" y="83237"/>
                  <a:pt x="8361" y="88547"/>
                </a:cubicBezTo>
                <a:lnTo>
                  <a:pt x="19649" y="99835"/>
                </a:lnTo>
                <a:cubicBezTo>
                  <a:pt x="24248" y="104434"/>
                  <a:pt x="26840" y="110663"/>
                  <a:pt x="26840" y="117185"/>
                </a:cubicBezTo>
                <a:cubicBezTo>
                  <a:pt x="26840" y="123790"/>
                  <a:pt x="24164" y="130103"/>
                  <a:pt x="19440" y="134744"/>
                </a:cubicBezTo>
                <a:lnTo>
                  <a:pt x="13963" y="140095"/>
                </a:lnTo>
                <a:cubicBezTo>
                  <a:pt x="9323" y="144610"/>
                  <a:pt x="6731" y="150839"/>
                  <a:pt x="6731" y="157319"/>
                </a:cubicBezTo>
                <a:cubicBezTo>
                  <a:pt x="6731" y="172704"/>
                  <a:pt x="20987" y="184159"/>
                  <a:pt x="36038" y="180815"/>
                </a:cubicBezTo>
                <a:lnTo>
                  <a:pt x="62083" y="175045"/>
                </a:lnTo>
                <a:cubicBezTo>
                  <a:pt x="65302" y="174335"/>
                  <a:pt x="68647" y="173958"/>
                  <a:pt x="71950" y="173958"/>
                </a:cubicBezTo>
                <a:cubicBezTo>
                  <a:pt x="85662" y="173958"/>
                  <a:pt x="98790" y="180062"/>
                  <a:pt x="107569" y="190598"/>
                </a:cubicBezTo>
                <a:lnTo>
                  <a:pt x="120320" y="205899"/>
                </a:lnTo>
                <a:cubicBezTo>
                  <a:pt x="124668" y="211083"/>
                  <a:pt x="131065" y="214093"/>
                  <a:pt x="137837" y="214093"/>
                </a:cubicBezTo>
                <a:cubicBezTo>
                  <a:pt x="150421" y="214093"/>
                  <a:pt x="160622" y="203892"/>
                  <a:pt x="160622" y="191308"/>
                </a:cubicBezTo>
                <a:lnTo>
                  <a:pt x="160622" y="169903"/>
                </a:lnTo>
                <a:cubicBezTo>
                  <a:pt x="160622" y="152595"/>
                  <a:pt x="171241" y="137085"/>
                  <a:pt x="187378" y="130814"/>
                </a:cubicBezTo>
                <a:lnTo>
                  <a:pt x="196660" y="127218"/>
                </a:lnTo>
                <a:cubicBezTo>
                  <a:pt x="207195" y="123121"/>
                  <a:pt x="214135" y="112962"/>
                  <a:pt x="214135" y="101674"/>
                </a:cubicBezTo>
                <a:cubicBezTo>
                  <a:pt x="214135" y="90637"/>
                  <a:pt x="207488" y="80645"/>
                  <a:pt x="197287" y="76381"/>
                </a:cubicBezTo>
                <a:lnTo>
                  <a:pt x="179351" y="68898"/>
                </a:lnTo>
                <a:cubicBezTo>
                  <a:pt x="165472" y="63087"/>
                  <a:pt x="155271" y="50921"/>
                  <a:pt x="151968" y="36247"/>
                </a:cubicBezTo>
                <a:lnTo>
                  <a:pt x="148665" y="21531"/>
                </a:lnTo>
                <a:cubicBezTo>
                  <a:pt x="145822" y="8947"/>
                  <a:pt x="134660" y="0"/>
                  <a:pt x="121783" y="0"/>
                </a:cubicBezTo>
                <a:cubicBezTo>
                  <a:pt x="112586" y="0"/>
                  <a:pt x="103974" y="4599"/>
                  <a:pt x="98873" y="12291"/>
                </a:cubicBezTo>
                <a:close/>
                <a:moveTo>
                  <a:pt x="66891" y="80269"/>
                </a:moveTo>
                <a:cubicBezTo>
                  <a:pt x="74275" y="80269"/>
                  <a:pt x="80269" y="86264"/>
                  <a:pt x="80269" y="93647"/>
                </a:cubicBezTo>
                <a:cubicBezTo>
                  <a:pt x="80269" y="101031"/>
                  <a:pt x="74275" y="107026"/>
                  <a:pt x="66891" y="107026"/>
                </a:cubicBezTo>
                <a:cubicBezTo>
                  <a:pt x="59507" y="107026"/>
                  <a:pt x="53513" y="101031"/>
                  <a:pt x="53513" y="93647"/>
                </a:cubicBezTo>
                <a:cubicBezTo>
                  <a:pt x="53513" y="86264"/>
                  <a:pt x="59507" y="80269"/>
                  <a:pt x="66891" y="80269"/>
                </a:cubicBezTo>
                <a:close/>
                <a:moveTo>
                  <a:pt x="107026" y="80269"/>
                </a:moveTo>
                <a:cubicBezTo>
                  <a:pt x="107026" y="72886"/>
                  <a:pt x="113020" y="66891"/>
                  <a:pt x="120404" y="66891"/>
                </a:cubicBezTo>
                <a:cubicBezTo>
                  <a:pt x="127787" y="66891"/>
                  <a:pt x="133782" y="72886"/>
                  <a:pt x="133782" y="80269"/>
                </a:cubicBezTo>
                <a:cubicBezTo>
                  <a:pt x="133782" y="87653"/>
                  <a:pt x="127787" y="93647"/>
                  <a:pt x="120404" y="93647"/>
                </a:cubicBezTo>
                <a:cubicBezTo>
                  <a:pt x="113020" y="93647"/>
                  <a:pt x="107026" y="87653"/>
                  <a:pt x="107026" y="80269"/>
                </a:cubicBezTo>
                <a:close/>
                <a:moveTo>
                  <a:pt x="120404" y="120404"/>
                </a:moveTo>
                <a:cubicBezTo>
                  <a:pt x="127787" y="120404"/>
                  <a:pt x="133782" y="126398"/>
                  <a:pt x="133782" y="133782"/>
                </a:cubicBezTo>
                <a:cubicBezTo>
                  <a:pt x="133782" y="141166"/>
                  <a:pt x="127787" y="147160"/>
                  <a:pt x="120404" y="147160"/>
                </a:cubicBezTo>
                <a:cubicBezTo>
                  <a:pt x="113020" y="147160"/>
                  <a:pt x="107026" y="141166"/>
                  <a:pt x="107026" y="133782"/>
                </a:cubicBezTo>
                <a:cubicBezTo>
                  <a:pt x="107026" y="126398"/>
                  <a:pt x="113020" y="120404"/>
                  <a:pt x="120404" y="120404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5" name="Text 32"/>
          <p:cNvSpPr/>
          <p:nvPr/>
        </p:nvSpPr>
        <p:spPr>
          <a:xfrm>
            <a:off x="9778907" y="2543535"/>
            <a:ext cx="1739166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4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Psoriasis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783366" y="2828937"/>
            <a:ext cx="173024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Autoimmune condition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214154" y="3542441"/>
            <a:ext cx="6617750" cy="3148337"/>
          </a:xfrm>
          <a:custGeom>
            <a:avLst/>
            <a:gdLst/>
            <a:ahLst/>
            <a:cxnLst/>
            <a:rect l="l" t="t" r="r" b="b"/>
            <a:pathLst>
              <a:path w="6617750" h="3148337">
                <a:moveTo>
                  <a:pt x="142714" y="0"/>
                </a:moveTo>
                <a:lnTo>
                  <a:pt x="6475036" y="0"/>
                </a:lnTo>
                <a:cubicBezTo>
                  <a:pt x="6553855" y="0"/>
                  <a:pt x="6617750" y="63895"/>
                  <a:pt x="6617750" y="142714"/>
                </a:cubicBezTo>
                <a:lnTo>
                  <a:pt x="6617750" y="3005622"/>
                </a:lnTo>
                <a:cubicBezTo>
                  <a:pt x="6617750" y="3084441"/>
                  <a:pt x="6553855" y="3148337"/>
                  <a:pt x="6475036" y="3148337"/>
                </a:cubicBezTo>
                <a:lnTo>
                  <a:pt x="142714" y="3148337"/>
                </a:lnTo>
                <a:cubicBezTo>
                  <a:pt x="63948" y="3148337"/>
                  <a:pt x="0" y="3084388"/>
                  <a:pt x="0" y="3005622"/>
                </a:cubicBezTo>
                <a:lnTo>
                  <a:pt x="0" y="142714"/>
                </a:lnTo>
                <a:cubicBezTo>
                  <a:pt x="0" y="63948"/>
                  <a:pt x="63948" y="0"/>
                  <a:pt x="1427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38" name="Shape 35"/>
          <p:cNvSpPr/>
          <p:nvPr/>
        </p:nvSpPr>
        <p:spPr>
          <a:xfrm>
            <a:off x="5392530" y="3720817"/>
            <a:ext cx="428102" cy="428102"/>
          </a:xfrm>
          <a:custGeom>
            <a:avLst/>
            <a:gdLst/>
            <a:ahLst/>
            <a:cxnLst/>
            <a:rect l="l" t="t" r="r" b="b"/>
            <a:pathLst>
              <a:path w="428102" h="428102">
                <a:moveTo>
                  <a:pt x="107026" y="0"/>
                </a:moveTo>
                <a:lnTo>
                  <a:pt x="321077" y="0"/>
                </a:lnTo>
                <a:cubicBezTo>
                  <a:pt x="380146" y="0"/>
                  <a:pt x="428102" y="47957"/>
                  <a:pt x="428102" y="107026"/>
                </a:cubicBezTo>
                <a:lnTo>
                  <a:pt x="428102" y="321077"/>
                </a:lnTo>
                <a:cubicBezTo>
                  <a:pt x="428102" y="380146"/>
                  <a:pt x="380146" y="428102"/>
                  <a:pt x="321077" y="428102"/>
                </a:cubicBezTo>
                <a:lnTo>
                  <a:pt x="107026" y="428102"/>
                </a:lnTo>
                <a:cubicBezTo>
                  <a:pt x="47957" y="428102"/>
                  <a:pt x="0" y="380146"/>
                  <a:pt x="0" y="321077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472799" y="3827843"/>
            <a:ext cx="267564" cy="214051"/>
          </a:xfrm>
          <a:custGeom>
            <a:avLst/>
            <a:gdLst/>
            <a:ahLst/>
            <a:cxnLst/>
            <a:rect l="l" t="t" r="r" b="b"/>
            <a:pathLst>
              <a:path w="267564" h="214051">
                <a:moveTo>
                  <a:pt x="173875" y="88003"/>
                </a:moveTo>
                <a:cubicBezTo>
                  <a:pt x="178975" y="86624"/>
                  <a:pt x="184327" y="89049"/>
                  <a:pt x="186626" y="93773"/>
                </a:cubicBezTo>
                <a:lnTo>
                  <a:pt x="194402" y="109492"/>
                </a:lnTo>
                <a:cubicBezTo>
                  <a:pt x="198708" y="110078"/>
                  <a:pt x="202931" y="111248"/>
                  <a:pt x="206902" y="112879"/>
                </a:cubicBezTo>
                <a:lnTo>
                  <a:pt x="221535" y="103138"/>
                </a:lnTo>
                <a:cubicBezTo>
                  <a:pt x="225924" y="100211"/>
                  <a:pt x="231736" y="100796"/>
                  <a:pt x="235456" y="104517"/>
                </a:cubicBezTo>
                <a:lnTo>
                  <a:pt x="243483" y="112544"/>
                </a:lnTo>
                <a:cubicBezTo>
                  <a:pt x="247204" y="116265"/>
                  <a:pt x="247789" y="122118"/>
                  <a:pt x="244863" y="126466"/>
                </a:cubicBezTo>
                <a:lnTo>
                  <a:pt x="235122" y="141056"/>
                </a:lnTo>
                <a:cubicBezTo>
                  <a:pt x="235916" y="143021"/>
                  <a:pt x="236627" y="145070"/>
                  <a:pt x="237212" y="147202"/>
                </a:cubicBezTo>
                <a:cubicBezTo>
                  <a:pt x="237798" y="149334"/>
                  <a:pt x="238174" y="151425"/>
                  <a:pt x="238466" y="153557"/>
                </a:cubicBezTo>
                <a:lnTo>
                  <a:pt x="254228" y="161333"/>
                </a:lnTo>
                <a:cubicBezTo>
                  <a:pt x="258952" y="163674"/>
                  <a:pt x="261377" y="169025"/>
                  <a:pt x="259997" y="174084"/>
                </a:cubicBezTo>
                <a:lnTo>
                  <a:pt x="257070" y="185037"/>
                </a:lnTo>
                <a:cubicBezTo>
                  <a:pt x="255691" y="190096"/>
                  <a:pt x="250967" y="193524"/>
                  <a:pt x="245699" y="193190"/>
                </a:cubicBezTo>
                <a:lnTo>
                  <a:pt x="228140" y="192061"/>
                </a:lnTo>
                <a:cubicBezTo>
                  <a:pt x="225506" y="195447"/>
                  <a:pt x="222454" y="198583"/>
                  <a:pt x="218984" y="201258"/>
                </a:cubicBezTo>
                <a:lnTo>
                  <a:pt x="220113" y="218775"/>
                </a:lnTo>
                <a:cubicBezTo>
                  <a:pt x="220448" y="224043"/>
                  <a:pt x="217019" y="228809"/>
                  <a:pt x="211961" y="230147"/>
                </a:cubicBezTo>
                <a:lnTo>
                  <a:pt x="201007" y="233073"/>
                </a:lnTo>
                <a:cubicBezTo>
                  <a:pt x="195907" y="234453"/>
                  <a:pt x="190598" y="232028"/>
                  <a:pt x="188256" y="227304"/>
                </a:cubicBezTo>
                <a:lnTo>
                  <a:pt x="180480" y="211585"/>
                </a:lnTo>
                <a:cubicBezTo>
                  <a:pt x="176174" y="210999"/>
                  <a:pt x="171952" y="209829"/>
                  <a:pt x="167980" y="208198"/>
                </a:cubicBezTo>
                <a:lnTo>
                  <a:pt x="153348" y="217939"/>
                </a:lnTo>
                <a:cubicBezTo>
                  <a:pt x="148958" y="220866"/>
                  <a:pt x="143147" y="220280"/>
                  <a:pt x="139426" y="216560"/>
                </a:cubicBezTo>
                <a:lnTo>
                  <a:pt x="131399" y="208533"/>
                </a:lnTo>
                <a:cubicBezTo>
                  <a:pt x="127678" y="204812"/>
                  <a:pt x="127093" y="199001"/>
                  <a:pt x="130019" y="194611"/>
                </a:cubicBezTo>
                <a:lnTo>
                  <a:pt x="139760" y="179979"/>
                </a:lnTo>
                <a:cubicBezTo>
                  <a:pt x="138966" y="178014"/>
                  <a:pt x="138255" y="175965"/>
                  <a:pt x="137670" y="173833"/>
                </a:cubicBezTo>
                <a:cubicBezTo>
                  <a:pt x="137085" y="171701"/>
                  <a:pt x="136708" y="169569"/>
                  <a:pt x="136416" y="167478"/>
                </a:cubicBezTo>
                <a:lnTo>
                  <a:pt x="120655" y="159702"/>
                </a:lnTo>
                <a:cubicBezTo>
                  <a:pt x="115930" y="157361"/>
                  <a:pt x="113547" y="152010"/>
                  <a:pt x="114885" y="146951"/>
                </a:cubicBezTo>
                <a:lnTo>
                  <a:pt x="117812" y="135998"/>
                </a:lnTo>
                <a:cubicBezTo>
                  <a:pt x="119191" y="130939"/>
                  <a:pt x="123916" y="127511"/>
                  <a:pt x="129183" y="127845"/>
                </a:cubicBezTo>
                <a:lnTo>
                  <a:pt x="146700" y="128974"/>
                </a:lnTo>
                <a:cubicBezTo>
                  <a:pt x="149334" y="125588"/>
                  <a:pt x="152386" y="122452"/>
                  <a:pt x="155856" y="119777"/>
                </a:cubicBezTo>
                <a:lnTo>
                  <a:pt x="154727" y="102301"/>
                </a:lnTo>
                <a:cubicBezTo>
                  <a:pt x="154393" y="97034"/>
                  <a:pt x="157821" y="92268"/>
                  <a:pt x="162880" y="90930"/>
                </a:cubicBezTo>
                <a:lnTo>
                  <a:pt x="173833" y="88003"/>
                </a:lnTo>
                <a:close/>
                <a:moveTo>
                  <a:pt x="187462" y="142143"/>
                </a:moveTo>
                <a:cubicBezTo>
                  <a:pt x="177310" y="142155"/>
                  <a:pt x="169076" y="150407"/>
                  <a:pt x="169088" y="160559"/>
                </a:cubicBezTo>
                <a:cubicBezTo>
                  <a:pt x="169099" y="170712"/>
                  <a:pt x="177351" y="178945"/>
                  <a:pt x="187504" y="178933"/>
                </a:cubicBezTo>
                <a:cubicBezTo>
                  <a:pt x="197656" y="178922"/>
                  <a:pt x="205889" y="170670"/>
                  <a:pt x="205878" y="160518"/>
                </a:cubicBezTo>
                <a:cubicBezTo>
                  <a:pt x="205866" y="150365"/>
                  <a:pt x="197615" y="142132"/>
                  <a:pt x="187462" y="142143"/>
                </a:cubicBezTo>
                <a:close/>
                <a:moveTo>
                  <a:pt x="94024" y="-19022"/>
                </a:moveTo>
                <a:lnTo>
                  <a:pt x="104977" y="-16096"/>
                </a:lnTo>
                <a:cubicBezTo>
                  <a:pt x="110036" y="-14716"/>
                  <a:pt x="113464" y="-9950"/>
                  <a:pt x="113129" y="-4724"/>
                </a:cubicBezTo>
                <a:lnTo>
                  <a:pt x="112001" y="12751"/>
                </a:lnTo>
                <a:cubicBezTo>
                  <a:pt x="115471" y="15427"/>
                  <a:pt x="118522" y="18520"/>
                  <a:pt x="121156" y="21949"/>
                </a:cubicBezTo>
                <a:lnTo>
                  <a:pt x="138715" y="20820"/>
                </a:lnTo>
                <a:cubicBezTo>
                  <a:pt x="143941" y="20485"/>
                  <a:pt x="148707" y="23914"/>
                  <a:pt x="150087" y="28972"/>
                </a:cubicBezTo>
                <a:lnTo>
                  <a:pt x="153013" y="39926"/>
                </a:lnTo>
                <a:cubicBezTo>
                  <a:pt x="154351" y="44984"/>
                  <a:pt x="151968" y="50335"/>
                  <a:pt x="147244" y="52677"/>
                </a:cubicBezTo>
                <a:lnTo>
                  <a:pt x="131483" y="60453"/>
                </a:lnTo>
                <a:cubicBezTo>
                  <a:pt x="131190" y="62585"/>
                  <a:pt x="130772" y="64717"/>
                  <a:pt x="130228" y="66807"/>
                </a:cubicBezTo>
                <a:cubicBezTo>
                  <a:pt x="129685" y="68898"/>
                  <a:pt x="128932" y="70988"/>
                  <a:pt x="128138" y="72953"/>
                </a:cubicBezTo>
                <a:lnTo>
                  <a:pt x="137879" y="87585"/>
                </a:lnTo>
                <a:cubicBezTo>
                  <a:pt x="140806" y="91975"/>
                  <a:pt x="140220" y="97786"/>
                  <a:pt x="136499" y="101507"/>
                </a:cubicBezTo>
                <a:lnTo>
                  <a:pt x="128473" y="109534"/>
                </a:lnTo>
                <a:cubicBezTo>
                  <a:pt x="124752" y="113255"/>
                  <a:pt x="118941" y="113840"/>
                  <a:pt x="114551" y="110914"/>
                </a:cubicBezTo>
                <a:lnTo>
                  <a:pt x="99918" y="101173"/>
                </a:lnTo>
                <a:cubicBezTo>
                  <a:pt x="95947" y="102803"/>
                  <a:pt x="91724" y="103974"/>
                  <a:pt x="87418" y="104559"/>
                </a:cubicBezTo>
                <a:lnTo>
                  <a:pt x="79642" y="120278"/>
                </a:lnTo>
                <a:cubicBezTo>
                  <a:pt x="77301" y="125003"/>
                  <a:pt x="71950" y="127386"/>
                  <a:pt x="66891" y="126048"/>
                </a:cubicBezTo>
                <a:lnTo>
                  <a:pt x="55938" y="123121"/>
                </a:lnTo>
                <a:cubicBezTo>
                  <a:pt x="50837" y="121742"/>
                  <a:pt x="47451" y="116976"/>
                  <a:pt x="47785" y="111750"/>
                </a:cubicBezTo>
                <a:lnTo>
                  <a:pt x="48914" y="94233"/>
                </a:lnTo>
                <a:cubicBezTo>
                  <a:pt x="45444" y="91557"/>
                  <a:pt x="42392" y="88463"/>
                  <a:pt x="39758" y="85035"/>
                </a:cubicBezTo>
                <a:lnTo>
                  <a:pt x="22199" y="86164"/>
                </a:lnTo>
                <a:cubicBezTo>
                  <a:pt x="16974" y="86498"/>
                  <a:pt x="12208" y="83070"/>
                  <a:pt x="10828" y="78012"/>
                </a:cubicBezTo>
                <a:lnTo>
                  <a:pt x="7901" y="67058"/>
                </a:lnTo>
                <a:cubicBezTo>
                  <a:pt x="6564" y="62000"/>
                  <a:pt x="8947" y="56648"/>
                  <a:pt x="13671" y="54307"/>
                </a:cubicBezTo>
                <a:lnTo>
                  <a:pt x="29432" y="46531"/>
                </a:lnTo>
                <a:cubicBezTo>
                  <a:pt x="29725" y="44399"/>
                  <a:pt x="30143" y="42309"/>
                  <a:pt x="30686" y="40176"/>
                </a:cubicBezTo>
                <a:cubicBezTo>
                  <a:pt x="31272" y="38044"/>
                  <a:pt x="31940" y="35996"/>
                  <a:pt x="32777" y="34031"/>
                </a:cubicBezTo>
                <a:lnTo>
                  <a:pt x="23036" y="19440"/>
                </a:lnTo>
                <a:cubicBezTo>
                  <a:pt x="20109" y="15050"/>
                  <a:pt x="20694" y="9239"/>
                  <a:pt x="24415" y="5519"/>
                </a:cubicBezTo>
                <a:lnTo>
                  <a:pt x="32442" y="-2508"/>
                </a:lnTo>
                <a:cubicBezTo>
                  <a:pt x="36163" y="-6229"/>
                  <a:pt x="41974" y="-6815"/>
                  <a:pt x="46364" y="-3888"/>
                </a:cubicBezTo>
                <a:lnTo>
                  <a:pt x="60996" y="5853"/>
                </a:lnTo>
                <a:cubicBezTo>
                  <a:pt x="64968" y="4222"/>
                  <a:pt x="69190" y="3052"/>
                  <a:pt x="73496" y="2467"/>
                </a:cubicBezTo>
                <a:lnTo>
                  <a:pt x="81273" y="-13253"/>
                </a:lnTo>
                <a:cubicBezTo>
                  <a:pt x="83614" y="-17977"/>
                  <a:pt x="88923" y="-20360"/>
                  <a:pt x="94024" y="-19022"/>
                </a:cubicBezTo>
                <a:close/>
                <a:moveTo>
                  <a:pt x="80436" y="35118"/>
                </a:moveTo>
                <a:cubicBezTo>
                  <a:pt x="70284" y="35118"/>
                  <a:pt x="62041" y="43360"/>
                  <a:pt x="62041" y="53513"/>
                </a:cubicBezTo>
                <a:cubicBezTo>
                  <a:pt x="62041" y="63665"/>
                  <a:pt x="70284" y="71908"/>
                  <a:pt x="80436" y="71908"/>
                </a:cubicBezTo>
                <a:cubicBezTo>
                  <a:pt x="90589" y="71908"/>
                  <a:pt x="98831" y="63665"/>
                  <a:pt x="98831" y="53513"/>
                </a:cubicBezTo>
                <a:cubicBezTo>
                  <a:pt x="98831" y="43360"/>
                  <a:pt x="90589" y="35118"/>
                  <a:pt x="80436" y="35118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0" name="Text 37"/>
          <p:cNvSpPr/>
          <p:nvPr/>
        </p:nvSpPr>
        <p:spPr>
          <a:xfrm>
            <a:off x="5927658" y="3810005"/>
            <a:ext cx="2042405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392530" y="4291620"/>
            <a:ext cx="3059149" cy="784854"/>
          </a:xfrm>
          <a:custGeom>
            <a:avLst/>
            <a:gdLst/>
            <a:ahLst/>
            <a:cxnLst/>
            <a:rect l="l" t="t" r="r" b="b"/>
            <a:pathLst>
              <a:path w="3059149" h="784854">
                <a:moveTo>
                  <a:pt x="107023" y="0"/>
                </a:moveTo>
                <a:lnTo>
                  <a:pt x="2952126" y="0"/>
                </a:lnTo>
                <a:cubicBezTo>
                  <a:pt x="3011233" y="0"/>
                  <a:pt x="3059149" y="47916"/>
                  <a:pt x="3059149" y="107023"/>
                </a:cubicBezTo>
                <a:lnTo>
                  <a:pt x="3059149" y="677832"/>
                </a:lnTo>
                <a:cubicBezTo>
                  <a:pt x="3059149" y="736939"/>
                  <a:pt x="3011233" y="784854"/>
                  <a:pt x="2952126" y="784854"/>
                </a:cubicBezTo>
                <a:lnTo>
                  <a:pt x="107023" y="784854"/>
                </a:lnTo>
                <a:cubicBezTo>
                  <a:pt x="47916" y="784854"/>
                  <a:pt x="0" y="736939"/>
                  <a:pt x="0" y="677832"/>
                </a:cubicBezTo>
                <a:lnTo>
                  <a:pt x="0" y="107023"/>
                </a:lnTo>
                <a:cubicBezTo>
                  <a:pt x="0" y="47955"/>
                  <a:pt x="47955" y="0"/>
                  <a:pt x="10702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5535230" y="4434321"/>
            <a:ext cx="284509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535230" y="4684047"/>
            <a:ext cx="2862935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MobileNetV2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596469" y="4291620"/>
            <a:ext cx="3059149" cy="784854"/>
          </a:xfrm>
          <a:custGeom>
            <a:avLst/>
            <a:gdLst/>
            <a:ahLst/>
            <a:cxnLst/>
            <a:rect l="l" t="t" r="r" b="b"/>
            <a:pathLst>
              <a:path w="3059149" h="784854">
                <a:moveTo>
                  <a:pt x="107023" y="0"/>
                </a:moveTo>
                <a:lnTo>
                  <a:pt x="2952126" y="0"/>
                </a:lnTo>
                <a:cubicBezTo>
                  <a:pt x="3011233" y="0"/>
                  <a:pt x="3059149" y="47916"/>
                  <a:pt x="3059149" y="107023"/>
                </a:cubicBezTo>
                <a:lnTo>
                  <a:pt x="3059149" y="677832"/>
                </a:lnTo>
                <a:cubicBezTo>
                  <a:pt x="3059149" y="736939"/>
                  <a:pt x="3011233" y="784854"/>
                  <a:pt x="2952126" y="784854"/>
                </a:cubicBezTo>
                <a:lnTo>
                  <a:pt x="107023" y="784854"/>
                </a:lnTo>
                <a:cubicBezTo>
                  <a:pt x="47916" y="784854"/>
                  <a:pt x="0" y="736939"/>
                  <a:pt x="0" y="677832"/>
                </a:cubicBezTo>
                <a:lnTo>
                  <a:pt x="0" y="107023"/>
                </a:lnTo>
                <a:cubicBezTo>
                  <a:pt x="0" y="47955"/>
                  <a:pt x="47955" y="0"/>
                  <a:pt x="10702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8739170" y="4434321"/>
            <a:ext cx="284509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739170" y="4684047"/>
            <a:ext cx="2862935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3-Class Softmax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392530" y="5219175"/>
            <a:ext cx="3059149" cy="784854"/>
          </a:xfrm>
          <a:custGeom>
            <a:avLst/>
            <a:gdLst/>
            <a:ahLst/>
            <a:cxnLst/>
            <a:rect l="l" t="t" r="r" b="b"/>
            <a:pathLst>
              <a:path w="3059149" h="784854">
                <a:moveTo>
                  <a:pt x="107023" y="0"/>
                </a:moveTo>
                <a:lnTo>
                  <a:pt x="2952126" y="0"/>
                </a:lnTo>
                <a:cubicBezTo>
                  <a:pt x="3011233" y="0"/>
                  <a:pt x="3059149" y="47916"/>
                  <a:pt x="3059149" y="107023"/>
                </a:cubicBezTo>
                <a:lnTo>
                  <a:pt x="3059149" y="677832"/>
                </a:lnTo>
                <a:cubicBezTo>
                  <a:pt x="3059149" y="736939"/>
                  <a:pt x="3011233" y="784854"/>
                  <a:pt x="2952126" y="784854"/>
                </a:cubicBezTo>
                <a:lnTo>
                  <a:pt x="107023" y="784854"/>
                </a:lnTo>
                <a:cubicBezTo>
                  <a:pt x="47916" y="784854"/>
                  <a:pt x="0" y="736939"/>
                  <a:pt x="0" y="677832"/>
                </a:cubicBezTo>
                <a:lnTo>
                  <a:pt x="0" y="107023"/>
                </a:lnTo>
                <a:cubicBezTo>
                  <a:pt x="0" y="47955"/>
                  <a:pt x="47955" y="0"/>
                  <a:pt x="10702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5535230" y="5361876"/>
            <a:ext cx="284509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Size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535230" y="5611603"/>
            <a:ext cx="2862935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224×224 pixels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596469" y="5219175"/>
            <a:ext cx="3059149" cy="784854"/>
          </a:xfrm>
          <a:custGeom>
            <a:avLst/>
            <a:gdLst/>
            <a:ahLst/>
            <a:cxnLst/>
            <a:rect l="l" t="t" r="r" b="b"/>
            <a:pathLst>
              <a:path w="3059149" h="784854">
                <a:moveTo>
                  <a:pt x="107023" y="0"/>
                </a:moveTo>
                <a:lnTo>
                  <a:pt x="2952126" y="0"/>
                </a:lnTo>
                <a:cubicBezTo>
                  <a:pt x="3011233" y="0"/>
                  <a:pt x="3059149" y="47916"/>
                  <a:pt x="3059149" y="107023"/>
                </a:cubicBezTo>
                <a:lnTo>
                  <a:pt x="3059149" y="677832"/>
                </a:lnTo>
                <a:cubicBezTo>
                  <a:pt x="3059149" y="736939"/>
                  <a:pt x="3011233" y="784854"/>
                  <a:pt x="2952126" y="784854"/>
                </a:cubicBezTo>
                <a:lnTo>
                  <a:pt x="107023" y="784854"/>
                </a:lnTo>
                <a:cubicBezTo>
                  <a:pt x="47916" y="784854"/>
                  <a:pt x="0" y="736939"/>
                  <a:pt x="0" y="677832"/>
                </a:cubicBezTo>
                <a:lnTo>
                  <a:pt x="0" y="107023"/>
                </a:lnTo>
                <a:cubicBezTo>
                  <a:pt x="0" y="47955"/>
                  <a:pt x="47955" y="0"/>
                  <a:pt x="10702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8739170" y="5361876"/>
            <a:ext cx="284509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739170" y="5611603"/>
            <a:ext cx="2862935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85.71%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5392530" y="6151190"/>
            <a:ext cx="6260998" cy="8919"/>
          </a:xfrm>
          <a:custGeom>
            <a:avLst/>
            <a:gdLst/>
            <a:ahLst/>
            <a:cxnLst/>
            <a:rect l="l" t="t" r="r" b="b"/>
            <a:pathLst>
              <a:path w="6260998" h="8919">
                <a:moveTo>
                  <a:pt x="0" y="0"/>
                </a:moveTo>
                <a:lnTo>
                  <a:pt x="6260998" y="0"/>
                </a:lnTo>
                <a:lnTo>
                  <a:pt x="6260998" y="8919"/>
                </a:lnTo>
                <a:lnTo>
                  <a:pt x="0" y="89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5419286" y="6334025"/>
            <a:ext cx="124863" cy="142701"/>
          </a:xfrm>
          <a:custGeom>
            <a:avLst/>
            <a:gdLst/>
            <a:ahLst/>
            <a:cxnLst/>
            <a:rect l="l" t="t" r="r" b="b"/>
            <a:pathLst>
              <a:path w="124863" h="142701">
                <a:moveTo>
                  <a:pt x="124863" y="57359"/>
                </a:moveTo>
                <a:cubicBezTo>
                  <a:pt x="120738" y="60090"/>
                  <a:pt x="116000" y="62292"/>
                  <a:pt x="111067" y="64048"/>
                </a:cubicBezTo>
                <a:cubicBezTo>
                  <a:pt x="97967" y="68731"/>
                  <a:pt x="80771" y="71350"/>
                  <a:pt x="62432" y="71350"/>
                </a:cubicBezTo>
                <a:cubicBezTo>
                  <a:pt x="44092" y="71350"/>
                  <a:pt x="26868" y="68703"/>
                  <a:pt x="13796" y="64048"/>
                </a:cubicBezTo>
                <a:cubicBezTo>
                  <a:pt x="8891" y="62292"/>
                  <a:pt x="4125" y="60090"/>
                  <a:pt x="0" y="57359"/>
                </a:cubicBezTo>
                <a:lnTo>
                  <a:pt x="0" y="80269"/>
                </a:lnTo>
                <a:cubicBezTo>
                  <a:pt x="0" y="92588"/>
                  <a:pt x="27955" y="102566"/>
                  <a:pt x="62432" y="102566"/>
                </a:cubicBezTo>
                <a:cubicBezTo>
                  <a:pt x="96908" y="102566"/>
                  <a:pt x="124863" y="92588"/>
                  <a:pt x="124863" y="80269"/>
                </a:cubicBezTo>
                <a:lnTo>
                  <a:pt x="124863" y="57359"/>
                </a:lnTo>
                <a:close/>
                <a:moveTo>
                  <a:pt x="124863" y="35675"/>
                </a:moveTo>
                <a:lnTo>
                  <a:pt x="124863" y="22297"/>
                </a:lnTo>
                <a:cubicBezTo>
                  <a:pt x="124863" y="9978"/>
                  <a:pt x="96908" y="0"/>
                  <a:pt x="62432" y="0"/>
                </a:cubicBezTo>
                <a:cubicBezTo>
                  <a:pt x="27955" y="0"/>
                  <a:pt x="0" y="9978"/>
                  <a:pt x="0" y="22297"/>
                </a:cubicBezTo>
                <a:lnTo>
                  <a:pt x="0" y="35675"/>
                </a:lnTo>
                <a:cubicBezTo>
                  <a:pt x="0" y="47994"/>
                  <a:pt x="27955" y="57972"/>
                  <a:pt x="62432" y="57972"/>
                </a:cubicBezTo>
                <a:cubicBezTo>
                  <a:pt x="96908" y="57972"/>
                  <a:pt x="124863" y="47994"/>
                  <a:pt x="124863" y="35675"/>
                </a:cubicBezTo>
                <a:close/>
                <a:moveTo>
                  <a:pt x="111067" y="108642"/>
                </a:moveTo>
                <a:cubicBezTo>
                  <a:pt x="97995" y="113297"/>
                  <a:pt x="80799" y="115944"/>
                  <a:pt x="62432" y="115944"/>
                </a:cubicBezTo>
                <a:cubicBezTo>
                  <a:pt x="44064" y="115944"/>
                  <a:pt x="26868" y="113297"/>
                  <a:pt x="13796" y="108642"/>
                </a:cubicBezTo>
                <a:cubicBezTo>
                  <a:pt x="8891" y="106886"/>
                  <a:pt x="4125" y="104684"/>
                  <a:pt x="0" y="101953"/>
                </a:cubicBezTo>
                <a:lnTo>
                  <a:pt x="0" y="120404"/>
                </a:lnTo>
                <a:cubicBezTo>
                  <a:pt x="0" y="132723"/>
                  <a:pt x="27955" y="142701"/>
                  <a:pt x="62432" y="142701"/>
                </a:cubicBezTo>
                <a:cubicBezTo>
                  <a:pt x="96908" y="142701"/>
                  <a:pt x="124863" y="132723"/>
                  <a:pt x="124863" y="120404"/>
                </a:cubicBezTo>
                <a:lnTo>
                  <a:pt x="124863" y="101953"/>
                </a:lnTo>
                <a:cubicBezTo>
                  <a:pt x="120738" y="104684"/>
                  <a:pt x="116000" y="106886"/>
                  <a:pt x="111067" y="10864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5" name="Text 52"/>
          <p:cNvSpPr/>
          <p:nvPr/>
        </p:nvSpPr>
        <p:spPr>
          <a:xfrm>
            <a:off x="5621013" y="6298350"/>
            <a:ext cx="6103865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Training: </a:t>
            </a:r>
            <a:r>
              <a:rPr lang="en-US" sz="11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933 images</a:t>
            </a:r>
            <a:r>
              <a:rPr lang="en-US" sz="112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Validation: </a:t>
            </a:r>
            <a:r>
              <a:rPr lang="en-US" sz="11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231 images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954" y="216625"/>
            <a:ext cx="63791" cy="318954"/>
          </a:xfrm>
          <a:custGeom>
            <a:avLst/>
            <a:gdLst/>
            <a:ahLst/>
            <a:cxnLst/>
            <a:rect l="l" t="t" r="r" b="b"/>
            <a:pathLst>
              <a:path w="63791" h="318954">
                <a:moveTo>
                  <a:pt x="31895" y="0"/>
                </a:moveTo>
                <a:lnTo>
                  <a:pt x="31895" y="0"/>
                </a:lnTo>
                <a:cubicBezTo>
                  <a:pt x="49511" y="0"/>
                  <a:pt x="63791" y="14280"/>
                  <a:pt x="63791" y="31895"/>
                </a:cubicBezTo>
                <a:lnTo>
                  <a:pt x="63791" y="287058"/>
                </a:lnTo>
                <a:cubicBezTo>
                  <a:pt x="63791" y="304674"/>
                  <a:pt x="49511" y="318954"/>
                  <a:pt x="31895" y="318954"/>
                </a:cubicBezTo>
                <a:lnTo>
                  <a:pt x="31895" y="318954"/>
                </a:lnTo>
                <a:cubicBezTo>
                  <a:pt x="14280" y="318954"/>
                  <a:pt x="0" y="304674"/>
                  <a:pt x="0" y="287058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78430" y="184730"/>
            <a:ext cx="3213457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14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8430" y="631265"/>
            <a:ext cx="11474354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with industry-standard tools and frameworks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901" y="982113"/>
            <a:ext cx="5677373" cy="3476594"/>
          </a:xfrm>
          <a:custGeom>
            <a:avLst/>
            <a:gdLst/>
            <a:ahLst/>
            <a:cxnLst/>
            <a:rect l="l" t="t" r="r" b="b"/>
            <a:pathLst>
              <a:path w="5677373" h="3476594">
                <a:moveTo>
                  <a:pt x="31895" y="0"/>
                </a:moveTo>
                <a:lnTo>
                  <a:pt x="5549782" y="0"/>
                </a:lnTo>
                <a:cubicBezTo>
                  <a:pt x="5620249" y="0"/>
                  <a:pt x="5677373" y="57124"/>
                  <a:pt x="5677373" y="127591"/>
                </a:cubicBezTo>
                <a:lnTo>
                  <a:pt x="5677373" y="3349003"/>
                </a:lnTo>
                <a:cubicBezTo>
                  <a:pt x="5677373" y="3419469"/>
                  <a:pt x="5620249" y="3476594"/>
                  <a:pt x="5549782" y="3476594"/>
                </a:cubicBezTo>
                <a:lnTo>
                  <a:pt x="31895" y="3476594"/>
                </a:lnTo>
                <a:cubicBezTo>
                  <a:pt x="14280" y="3476594"/>
                  <a:pt x="0" y="3462314"/>
                  <a:pt x="0" y="3444698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F00">
                  <a:alpha val="10000"/>
                </a:srgbClr>
              </a:gs>
              <a:gs pos="100000">
                <a:srgbClr val="FF6F0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4901" y="982113"/>
            <a:ext cx="31895" cy="3476594"/>
          </a:xfrm>
          <a:custGeom>
            <a:avLst/>
            <a:gdLst/>
            <a:ahLst/>
            <a:cxnLst/>
            <a:rect l="l" t="t" r="r" b="b"/>
            <a:pathLst>
              <a:path w="31895" h="3476594">
                <a:moveTo>
                  <a:pt x="31895" y="0"/>
                </a:moveTo>
                <a:lnTo>
                  <a:pt x="31895" y="0"/>
                </a:lnTo>
                <a:lnTo>
                  <a:pt x="31895" y="3476594"/>
                </a:lnTo>
                <a:lnTo>
                  <a:pt x="31895" y="3476594"/>
                </a:lnTo>
                <a:cubicBezTo>
                  <a:pt x="14280" y="3476594"/>
                  <a:pt x="0" y="3462314"/>
                  <a:pt x="0" y="3444698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6F00"/>
          </a:solidFill>
          <a:ln/>
        </p:spPr>
      </p:sp>
      <p:sp>
        <p:nvSpPr>
          <p:cNvPr id="7" name="Shape 5"/>
          <p:cNvSpPr/>
          <p:nvPr/>
        </p:nvSpPr>
        <p:spPr>
          <a:xfrm>
            <a:off x="510326" y="1141590"/>
            <a:ext cx="446535" cy="446535"/>
          </a:xfrm>
          <a:custGeom>
            <a:avLst/>
            <a:gdLst/>
            <a:ahLst/>
            <a:cxnLst/>
            <a:rect l="l" t="t" r="r" b="b"/>
            <a:pathLst>
              <a:path w="446535" h="446535">
                <a:moveTo>
                  <a:pt x="95688" y="0"/>
                </a:moveTo>
                <a:lnTo>
                  <a:pt x="350847" y="0"/>
                </a:lnTo>
                <a:cubicBezTo>
                  <a:pt x="403659" y="0"/>
                  <a:pt x="446535" y="42876"/>
                  <a:pt x="446535" y="95688"/>
                </a:cubicBezTo>
                <a:lnTo>
                  <a:pt x="446535" y="350847"/>
                </a:lnTo>
                <a:cubicBezTo>
                  <a:pt x="446535" y="403659"/>
                  <a:pt x="403659" y="446535"/>
                  <a:pt x="350847" y="446535"/>
                </a:cubicBezTo>
                <a:lnTo>
                  <a:pt x="95688" y="446535"/>
                </a:lnTo>
                <a:cubicBezTo>
                  <a:pt x="42876" y="446535"/>
                  <a:pt x="0" y="403659"/>
                  <a:pt x="0" y="350847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6F0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5979" y="1245250"/>
            <a:ext cx="239215" cy="239215"/>
          </a:xfrm>
          <a:custGeom>
            <a:avLst/>
            <a:gdLst/>
            <a:ahLst/>
            <a:cxnLst/>
            <a:rect l="l" t="t" r="r" b="b"/>
            <a:pathLst>
              <a:path w="239215" h="239215">
                <a:moveTo>
                  <a:pt x="56066" y="26164"/>
                </a:moveTo>
                <a:cubicBezTo>
                  <a:pt x="56066" y="11727"/>
                  <a:pt x="67793" y="0"/>
                  <a:pt x="82230" y="0"/>
                </a:cubicBezTo>
                <a:lnTo>
                  <a:pt x="93443" y="0"/>
                </a:lnTo>
                <a:cubicBezTo>
                  <a:pt x="101713" y="0"/>
                  <a:pt x="108394" y="6681"/>
                  <a:pt x="108394" y="14951"/>
                </a:cubicBezTo>
                <a:lnTo>
                  <a:pt x="108394" y="224264"/>
                </a:lnTo>
                <a:cubicBezTo>
                  <a:pt x="108394" y="232534"/>
                  <a:pt x="101713" y="239215"/>
                  <a:pt x="93443" y="239215"/>
                </a:cubicBezTo>
                <a:lnTo>
                  <a:pt x="78492" y="239215"/>
                </a:lnTo>
                <a:cubicBezTo>
                  <a:pt x="64569" y="239215"/>
                  <a:pt x="52842" y="229684"/>
                  <a:pt x="49525" y="216789"/>
                </a:cubicBezTo>
                <a:cubicBezTo>
                  <a:pt x="49198" y="216789"/>
                  <a:pt x="48918" y="216789"/>
                  <a:pt x="48591" y="216789"/>
                </a:cubicBezTo>
                <a:cubicBezTo>
                  <a:pt x="27940" y="216789"/>
                  <a:pt x="11213" y="200062"/>
                  <a:pt x="11213" y="179411"/>
                </a:cubicBezTo>
                <a:cubicBezTo>
                  <a:pt x="11213" y="171001"/>
                  <a:pt x="14017" y="163246"/>
                  <a:pt x="18689" y="156985"/>
                </a:cubicBezTo>
                <a:cubicBezTo>
                  <a:pt x="9625" y="150164"/>
                  <a:pt x="3738" y="139324"/>
                  <a:pt x="3738" y="127083"/>
                </a:cubicBezTo>
                <a:cubicBezTo>
                  <a:pt x="3738" y="112646"/>
                  <a:pt x="11961" y="100078"/>
                  <a:pt x="23922" y="93864"/>
                </a:cubicBezTo>
                <a:cubicBezTo>
                  <a:pt x="20604" y="88257"/>
                  <a:pt x="18689" y="81716"/>
                  <a:pt x="18689" y="74755"/>
                </a:cubicBezTo>
                <a:cubicBezTo>
                  <a:pt x="18689" y="54104"/>
                  <a:pt x="35415" y="37377"/>
                  <a:pt x="56066" y="37377"/>
                </a:cubicBezTo>
                <a:lnTo>
                  <a:pt x="56066" y="26164"/>
                </a:lnTo>
                <a:close/>
                <a:moveTo>
                  <a:pt x="183149" y="26164"/>
                </a:moveTo>
                <a:lnTo>
                  <a:pt x="183149" y="37377"/>
                </a:lnTo>
                <a:cubicBezTo>
                  <a:pt x="203800" y="37377"/>
                  <a:pt x="220526" y="54104"/>
                  <a:pt x="220526" y="74755"/>
                </a:cubicBezTo>
                <a:cubicBezTo>
                  <a:pt x="220526" y="81763"/>
                  <a:pt x="218611" y="88304"/>
                  <a:pt x="215294" y="93864"/>
                </a:cubicBezTo>
                <a:cubicBezTo>
                  <a:pt x="227301" y="100078"/>
                  <a:pt x="235477" y="112599"/>
                  <a:pt x="235477" y="127083"/>
                </a:cubicBezTo>
                <a:cubicBezTo>
                  <a:pt x="235477" y="139324"/>
                  <a:pt x="229591" y="150164"/>
                  <a:pt x="220526" y="156985"/>
                </a:cubicBezTo>
                <a:cubicBezTo>
                  <a:pt x="225199" y="163246"/>
                  <a:pt x="228002" y="171001"/>
                  <a:pt x="228002" y="179411"/>
                </a:cubicBezTo>
                <a:cubicBezTo>
                  <a:pt x="228002" y="200062"/>
                  <a:pt x="211276" y="216789"/>
                  <a:pt x="190625" y="216789"/>
                </a:cubicBezTo>
                <a:cubicBezTo>
                  <a:pt x="190298" y="216789"/>
                  <a:pt x="190017" y="216789"/>
                  <a:pt x="189690" y="216789"/>
                </a:cubicBezTo>
                <a:cubicBezTo>
                  <a:pt x="186373" y="229684"/>
                  <a:pt x="174646" y="239215"/>
                  <a:pt x="160723" y="239215"/>
                </a:cubicBezTo>
                <a:lnTo>
                  <a:pt x="145772" y="239215"/>
                </a:lnTo>
                <a:cubicBezTo>
                  <a:pt x="137502" y="239215"/>
                  <a:pt x="130821" y="232534"/>
                  <a:pt x="130821" y="224264"/>
                </a:cubicBezTo>
                <a:lnTo>
                  <a:pt x="130821" y="14951"/>
                </a:lnTo>
                <a:cubicBezTo>
                  <a:pt x="130821" y="6681"/>
                  <a:pt x="137502" y="0"/>
                  <a:pt x="145772" y="0"/>
                </a:cubicBezTo>
                <a:lnTo>
                  <a:pt x="156985" y="0"/>
                </a:lnTo>
                <a:cubicBezTo>
                  <a:pt x="171422" y="0"/>
                  <a:pt x="183149" y="11727"/>
                  <a:pt x="183149" y="26164"/>
                </a:cubicBezTo>
                <a:close/>
              </a:path>
            </a:pathLst>
          </a:cu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1052547" y="1237276"/>
            <a:ext cx="1323657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0326" y="1715707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6012" y="1843288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FF6F00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1698" y="1938974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55892" y="-623"/>
                </a:moveTo>
                <a:cubicBezTo>
                  <a:pt x="60825" y="-3464"/>
                  <a:pt x="66905" y="-3464"/>
                  <a:pt x="71839" y="-623"/>
                </a:cubicBezTo>
                <a:lnTo>
                  <a:pt x="115671" y="24669"/>
                </a:lnTo>
                <a:cubicBezTo>
                  <a:pt x="120604" y="27510"/>
                  <a:pt x="123644" y="32792"/>
                  <a:pt x="123644" y="38474"/>
                </a:cubicBezTo>
                <a:lnTo>
                  <a:pt x="123644" y="89058"/>
                </a:lnTo>
                <a:cubicBezTo>
                  <a:pt x="123644" y="94764"/>
                  <a:pt x="120604" y="100022"/>
                  <a:pt x="115671" y="102863"/>
                </a:cubicBezTo>
                <a:lnTo>
                  <a:pt x="71839" y="128204"/>
                </a:lnTo>
                <a:cubicBezTo>
                  <a:pt x="66905" y="131045"/>
                  <a:pt x="60825" y="131045"/>
                  <a:pt x="55892" y="128204"/>
                </a:cubicBezTo>
                <a:lnTo>
                  <a:pt x="12085" y="102912"/>
                </a:lnTo>
                <a:cubicBezTo>
                  <a:pt x="7152" y="100072"/>
                  <a:pt x="4112" y="94789"/>
                  <a:pt x="4112" y="89108"/>
                </a:cubicBezTo>
                <a:lnTo>
                  <a:pt x="4112" y="38524"/>
                </a:lnTo>
                <a:cubicBezTo>
                  <a:pt x="4112" y="32817"/>
                  <a:pt x="7152" y="27560"/>
                  <a:pt x="12085" y="24719"/>
                </a:cubicBezTo>
                <a:lnTo>
                  <a:pt x="55892" y="-623"/>
                </a:lnTo>
                <a:close/>
                <a:moveTo>
                  <a:pt x="107672" y="89083"/>
                </a:moveTo>
                <a:lnTo>
                  <a:pt x="107672" y="47694"/>
                </a:lnTo>
                <a:lnTo>
                  <a:pt x="71839" y="68376"/>
                </a:lnTo>
                <a:lnTo>
                  <a:pt x="71839" y="109765"/>
                </a:lnTo>
                <a:lnTo>
                  <a:pt x="107672" y="89083"/>
                </a:lnTo>
                <a:close/>
              </a:path>
            </a:pathLst>
          </a:custGeom>
          <a:solidFill>
            <a:srgbClr val="FF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51" y="1811393"/>
            <a:ext cx="133960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TensorFlow / Keras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0651" y="2002765"/>
            <a:ext cx="133960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ML framework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0326" y="2385509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012" y="2513091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3724" y="2608777"/>
            <a:ext cx="143529" cy="127581"/>
          </a:xfrm>
          <a:custGeom>
            <a:avLst/>
            <a:gdLst/>
            <a:ahLst/>
            <a:cxnLst/>
            <a:rect l="l" t="t" r="r" b="b"/>
            <a:pathLst>
              <a:path w="143529" h="127581">
                <a:moveTo>
                  <a:pt x="61797" y="21928"/>
                </a:moveTo>
                <a:lnTo>
                  <a:pt x="81732" y="21928"/>
                </a:lnTo>
                <a:lnTo>
                  <a:pt x="81732" y="33889"/>
                </a:lnTo>
                <a:lnTo>
                  <a:pt x="61797" y="33889"/>
                </a:lnTo>
                <a:lnTo>
                  <a:pt x="61797" y="21928"/>
                </a:lnTo>
                <a:close/>
                <a:moveTo>
                  <a:pt x="59804" y="7974"/>
                </a:moveTo>
                <a:cubicBezTo>
                  <a:pt x="53200" y="7974"/>
                  <a:pt x="47843" y="13331"/>
                  <a:pt x="47843" y="19935"/>
                </a:cubicBezTo>
                <a:lnTo>
                  <a:pt x="47843" y="35882"/>
                </a:lnTo>
                <a:cubicBezTo>
                  <a:pt x="47843" y="42486"/>
                  <a:pt x="53200" y="47843"/>
                  <a:pt x="59804" y="47843"/>
                </a:cubicBezTo>
                <a:lnTo>
                  <a:pt x="63791" y="47843"/>
                </a:lnTo>
                <a:lnTo>
                  <a:pt x="63791" y="55817"/>
                </a:lnTo>
                <a:lnTo>
                  <a:pt x="7974" y="55817"/>
                </a:lnTo>
                <a:cubicBezTo>
                  <a:pt x="3563" y="55817"/>
                  <a:pt x="0" y="59380"/>
                  <a:pt x="0" y="63791"/>
                </a:cubicBezTo>
                <a:cubicBezTo>
                  <a:pt x="0" y="68201"/>
                  <a:pt x="3563" y="71765"/>
                  <a:pt x="7974" y="71765"/>
                </a:cubicBezTo>
                <a:lnTo>
                  <a:pt x="31895" y="71765"/>
                </a:lnTo>
                <a:lnTo>
                  <a:pt x="31895" y="79738"/>
                </a:lnTo>
                <a:lnTo>
                  <a:pt x="27908" y="79738"/>
                </a:lnTo>
                <a:cubicBezTo>
                  <a:pt x="21305" y="79738"/>
                  <a:pt x="15948" y="85096"/>
                  <a:pt x="15948" y="91699"/>
                </a:cubicBezTo>
                <a:lnTo>
                  <a:pt x="15948" y="107647"/>
                </a:lnTo>
                <a:cubicBezTo>
                  <a:pt x="15948" y="114250"/>
                  <a:pt x="21305" y="119608"/>
                  <a:pt x="27908" y="119608"/>
                </a:cubicBezTo>
                <a:lnTo>
                  <a:pt x="51830" y="119608"/>
                </a:lnTo>
                <a:cubicBezTo>
                  <a:pt x="58433" y="119608"/>
                  <a:pt x="63791" y="114250"/>
                  <a:pt x="63791" y="107647"/>
                </a:cubicBezTo>
                <a:lnTo>
                  <a:pt x="63791" y="91699"/>
                </a:lnTo>
                <a:cubicBezTo>
                  <a:pt x="63791" y="85096"/>
                  <a:pt x="58433" y="79738"/>
                  <a:pt x="51830" y="79738"/>
                </a:cubicBezTo>
                <a:lnTo>
                  <a:pt x="47843" y="79738"/>
                </a:lnTo>
                <a:lnTo>
                  <a:pt x="47843" y="71765"/>
                </a:lnTo>
                <a:lnTo>
                  <a:pt x="95686" y="71765"/>
                </a:lnTo>
                <a:lnTo>
                  <a:pt x="95686" y="79738"/>
                </a:lnTo>
                <a:lnTo>
                  <a:pt x="91699" y="79738"/>
                </a:lnTo>
                <a:cubicBezTo>
                  <a:pt x="85096" y="79738"/>
                  <a:pt x="79738" y="85096"/>
                  <a:pt x="79738" y="91699"/>
                </a:cubicBezTo>
                <a:lnTo>
                  <a:pt x="79738" y="107647"/>
                </a:lnTo>
                <a:cubicBezTo>
                  <a:pt x="79738" y="114250"/>
                  <a:pt x="85096" y="119608"/>
                  <a:pt x="91699" y="119608"/>
                </a:cubicBezTo>
                <a:lnTo>
                  <a:pt x="115621" y="119608"/>
                </a:lnTo>
                <a:cubicBezTo>
                  <a:pt x="122224" y="119608"/>
                  <a:pt x="127581" y="114250"/>
                  <a:pt x="127581" y="107647"/>
                </a:cubicBezTo>
                <a:lnTo>
                  <a:pt x="127581" y="91699"/>
                </a:lnTo>
                <a:cubicBezTo>
                  <a:pt x="127581" y="85096"/>
                  <a:pt x="122224" y="79738"/>
                  <a:pt x="115621" y="79738"/>
                </a:cubicBezTo>
                <a:lnTo>
                  <a:pt x="111634" y="79738"/>
                </a:lnTo>
                <a:lnTo>
                  <a:pt x="111634" y="71765"/>
                </a:lnTo>
                <a:lnTo>
                  <a:pt x="135555" y="71765"/>
                </a:lnTo>
                <a:cubicBezTo>
                  <a:pt x="139966" y="71765"/>
                  <a:pt x="143529" y="68201"/>
                  <a:pt x="143529" y="63791"/>
                </a:cubicBezTo>
                <a:cubicBezTo>
                  <a:pt x="143529" y="59380"/>
                  <a:pt x="139966" y="55817"/>
                  <a:pt x="135555" y="55817"/>
                </a:cubicBezTo>
                <a:lnTo>
                  <a:pt x="79738" y="55817"/>
                </a:lnTo>
                <a:lnTo>
                  <a:pt x="79738" y="47843"/>
                </a:lnTo>
                <a:lnTo>
                  <a:pt x="83725" y="47843"/>
                </a:lnTo>
                <a:cubicBezTo>
                  <a:pt x="90329" y="47843"/>
                  <a:pt x="95686" y="42486"/>
                  <a:pt x="95686" y="35882"/>
                </a:cubicBezTo>
                <a:lnTo>
                  <a:pt x="95686" y="19935"/>
                </a:lnTo>
                <a:cubicBezTo>
                  <a:pt x="95686" y="13331"/>
                  <a:pt x="90329" y="7974"/>
                  <a:pt x="83725" y="7974"/>
                </a:cubicBezTo>
                <a:lnTo>
                  <a:pt x="59804" y="7974"/>
                </a:lnTo>
                <a:close/>
                <a:moveTo>
                  <a:pt x="111634" y="93693"/>
                </a:moveTo>
                <a:lnTo>
                  <a:pt x="113627" y="93693"/>
                </a:lnTo>
                <a:lnTo>
                  <a:pt x="113627" y="105653"/>
                </a:lnTo>
                <a:lnTo>
                  <a:pt x="93693" y="105653"/>
                </a:lnTo>
                <a:lnTo>
                  <a:pt x="93693" y="93693"/>
                </a:lnTo>
                <a:lnTo>
                  <a:pt x="111634" y="93693"/>
                </a:lnTo>
                <a:close/>
                <a:moveTo>
                  <a:pt x="47843" y="93693"/>
                </a:moveTo>
                <a:lnTo>
                  <a:pt x="49836" y="93693"/>
                </a:lnTo>
                <a:lnTo>
                  <a:pt x="49836" y="105653"/>
                </a:lnTo>
                <a:lnTo>
                  <a:pt x="29902" y="105653"/>
                </a:lnTo>
                <a:lnTo>
                  <a:pt x="29902" y="93693"/>
                </a:lnTo>
                <a:lnTo>
                  <a:pt x="47843" y="93693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1020651" y="2481195"/>
            <a:ext cx="1698428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MobileNetV2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0651" y="2672567"/>
            <a:ext cx="1698428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CNN architecture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0326" y="3055312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6012" y="3182893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1698" y="3278579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57935" y="1296"/>
                </a:moveTo>
                <a:cubicBezTo>
                  <a:pt x="61648" y="-424"/>
                  <a:pt x="65934" y="-424"/>
                  <a:pt x="69647" y="1296"/>
                </a:cubicBezTo>
                <a:lnTo>
                  <a:pt x="124118" y="26463"/>
                </a:lnTo>
                <a:cubicBezTo>
                  <a:pt x="126236" y="27435"/>
                  <a:pt x="127581" y="29553"/>
                  <a:pt x="127581" y="31895"/>
                </a:cubicBezTo>
                <a:cubicBezTo>
                  <a:pt x="127581" y="34238"/>
                  <a:pt x="126236" y="36356"/>
                  <a:pt x="124118" y="37328"/>
                </a:cubicBezTo>
                <a:lnTo>
                  <a:pt x="69647" y="62495"/>
                </a:lnTo>
                <a:cubicBezTo>
                  <a:pt x="65934" y="64214"/>
                  <a:pt x="61648" y="64214"/>
                  <a:pt x="57935" y="62495"/>
                </a:cubicBezTo>
                <a:lnTo>
                  <a:pt x="3464" y="37328"/>
                </a:lnTo>
                <a:cubicBezTo>
                  <a:pt x="1346" y="36331"/>
                  <a:pt x="0" y="34213"/>
                  <a:pt x="0" y="31895"/>
                </a:cubicBezTo>
                <a:cubicBezTo>
                  <a:pt x="0" y="29578"/>
                  <a:pt x="1346" y="27435"/>
                  <a:pt x="3464" y="26463"/>
                </a:cubicBezTo>
                <a:lnTo>
                  <a:pt x="57935" y="1296"/>
                </a:lnTo>
                <a:close/>
                <a:moveTo>
                  <a:pt x="11986" y="54421"/>
                </a:moveTo>
                <a:lnTo>
                  <a:pt x="52926" y="73334"/>
                </a:lnTo>
                <a:cubicBezTo>
                  <a:pt x="59829" y="76524"/>
                  <a:pt x="67778" y="76524"/>
                  <a:pt x="74680" y="73334"/>
                </a:cubicBezTo>
                <a:lnTo>
                  <a:pt x="115621" y="54421"/>
                </a:lnTo>
                <a:lnTo>
                  <a:pt x="124118" y="58359"/>
                </a:lnTo>
                <a:cubicBezTo>
                  <a:pt x="126236" y="59330"/>
                  <a:pt x="127581" y="61448"/>
                  <a:pt x="127581" y="63791"/>
                </a:cubicBezTo>
                <a:cubicBezTo>
                  <a:pt x="127581" y="66133"/>
                  <a:pt x="126236" y="68251"/>
                  <a:pt x="124118" y="69223"/>
                </a:cubicBezTo>
                <a:lnTo>
                  <a:pt x="69647" y="94390"/>
                </a:lnTo>
                <a:cubicBezTo>
                  <a:pt x="65934" y="96110"/>
                  <a:pt x="61648" y="96110"/>
                  <a:pt x="57935" y="94390"/>
                </a:cubicBezTo>
                <a:lnTo>
                  <a:pt x="3464" y="69223"/>
                </a:lnTo>
                <a:cubicBezTo>
                  <a:pt x="1346" y="68226"/>
                  <a:pt x="0" y="66108"/>
                  <a:pt x="0" y="63791"/>
                </a:cubicBezTo>
                <a:cubicBezTo>
                  <a:pt x="0" y="61473"/>
                  <a:pt x="1346" y="59330"/>
                  <a:pt x="3464" y="58359"/>
                </a:cubicBezTo>
                <a:lnTo>
                  <a:pt x="11961" y="54421"/>
                </a:lnTo>
                <a:close/>
                <a:moveTo>
                  <a:pt x="3464" y="90254"/>
                </a:moveTo>
                <a:lnTo>
                  <a:pt x="11961" y="86317"/>
                </a:lnTo>
                <a:lnTo>
                  <a:pt x="52901" y="105230"/>
                </a:lnTo>
                <a:cubicBezTo>
                  <a:pt x="59804" y="108419"/>
                  <a:pt x="67753" y="108419"/>
                  <a:pt x="74655" y="105230"/>
                </a:cubicBezTo>
                <a:lnTo>
                  <a:pt x="115596" y="86317"/>
                </a:lnTo>
                <a:lnTo>
                  <a:pt x="124093" y="90254"/>
                </a:lnTo>
                <a:cubicBezTo>
                  <a:pt x="126211" y="91226"/>
                  <a:pt x="127557" y="93344"/>
                  <a:pt x="127557" y="95686"/>
                </a:cubicBezTo>
                <a:cubicBezTo>
                  <a:pt x="127557" y="98028"/>
                  <a:pt x="126211" y="100146"/>
                  <a:pt x="124093" y="101118"/>
                </a:cubicBezTo>
                <a:lnTo>
                  <a:pt x="69622" y="126286"/>
                </a:lnTo>
                <a:cubicBezTo>
                  <a:pt x="65909" y="128005"/>
                  <a:pt x="61623" y="128005"/>
                  <a:pt x="57910" y="126286"/>
                </a:cubicBezTo>
                <a:lnTo>
                  <a:pt x="3464" y="101118"/>
                </a:lnTo>
                <a:cubicBezTo>
                  <a:pt x="1346" y="100122"/>
                  <a:pt x="0" y="98003"/>
                  <a:pt x="0" y="95686"/>
                </a:cubicBezTo>
                <a:cubicBezTo>
                  <a:pt x="0" y="93369"/>
                  <a:pt x="1346" y="91226"/>
                  <a:pt x="3464" y="90254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1020651" y="3150998"/>
            <a:ext cx="129176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EfficientNetB0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0651" y="3342370"/>
            <a:ext cx="129176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High-efficiency model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0326" y="3725114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6012" y="3852696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01698" y="3948382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125239" y="37527"/>
                </a:moveTo>
                <a:lnTo>
                  <a:pt x="101318" y="61448"/>
                </a:lnTo>
                <a:cubicBezTo>
                  <a:pt x="99025" y="63741"/>
                  <a:pt x="95611" y="64414"/>
                  <a:pt x="92621" y="63168"/>
                </a:cubicBezTo>
                <a:cubicBezTo>
                  <a:pt x="89631" y="61922"/>
                  <a:pt x="87712" y="59031"/>
                  <a:pt x="87712" y="55817"/>
                </a:cubicBezTo>
                <a:lnTo>
                  <a:pt x="87712" y="39869"/>
                </a:lnTo>
                <a:lnTo>
                  <a:pt x="7974" y="39869"/>
                </a:lnTo>
                <a:cubicBezTo>
                  <a:pt x="3563" y="39869"/>
                  <a:pt x="0" y="36306"/>
                  <a:pt x="0" y="31895"/>
                </a:cubicBezTo>
                <a:cubicBezTo>
                  <a:pt x="0" y="27485"/>
                  <a:pt x="3563" y="23922"/>
                  <a:pt x="7974" y="23922"/>
                </a:cubicBezTo>
                <a:lnTo>
                  <a:pt x="87712" y="23922"/>
                </a:lnTo>
                <a:lnTo>
                  <a:pt x="87712" y="7974"/>
                </a:lnTo>
                <a:cubicBezTo>
                  <a:pt x="87712" y="4759"/>
                  <a:pt x="89656" y="1844"/>
                  <a:pt x="92646" y="598"/>
                </a:cubicBezTo>
                <a:cubicBezTo>
                  <a:pt x="95636" y="-648"/>
                  <a:pt x="99050" y="50"/>
                  <a:pt x="101343" y="2317"/>
                </a:cubicBezTo>
                <a:lnTo>
                  <a:pt x="125264" y="26239"/>
                </a:lnTo>
                <a:cubicBezTo>
                  <a:pt x="128379" y="29354"/>
                  <a:pt x="128379" y="34412"/>
                  <a:pt x="125264" y="37527"/>
                </a:cubicBezTo>
                <a:close/>
                <a:moveTo>
                  <a:pt x="26239" y="125239"/>
                </a:moveTo>
                <a:lnTo>
                  <a:pt x="2317" y="101318"/>
                </a:lnTo>
                <a:cubicBezTo>
                  <a:pt x="-797" y="98203"/>
                  <a:pt x="-797" y="93144"/>
                  <a:pt x="2317" y="90030"/>
                </a:cubicBezTo>
                <a:lnTo>
                  <a:pt x="26239" y="66108"/>
                </a:lnTo>
                <a:cubicBezTo>
                  <a:pt x="28531" y="63816"/>
                  <a:pt x="31945" y="63143"/>
                  <a:pt x="34935" y="64389"/>
                </a:cubicBezTo>
                <a:cubicBezTo>
                  <a:pt x="37926" y="65635"/>
                  <a:pt x="39869" y="68550"/>
                  <a:pt x="39869" y="71765"/>
                </a:cubicBezTo>
                <a:lnTo>
                  <a:pt x="39869" y="87712"/>
                </a:lnTo>
                <a:lnTo>
                  <a:pt x="119608" y="87712"/>
                </a:lnTo>
                <a:cubicBezTo>
                  <a:pt x="124018" y="87712"/>
                  <a:pt x="127581" y="91276"/>
                  <a:pt x="127581" y="95686"/>
                </a:cubicBezTo>
                <a:cubicBezTo>
                  <a:pt x="127581" y="100097"/>
                  <a:pt x="124018" y="103660"/>
                  <a:pt x="119608" y="103660"/>
                </a:cubicBezTo>
                <a:lnTo>
                  <a:pt x="39869" y="103660"/>
                </a:lnTo>
                <a:lnTo>
                  <a:pt x="39869" y="119608"/>
                </a:lnTo>
                <a:cubicBezTo>
                  <a:pt x="39869" y="122822"/>
                  <a:pt x="37926" y="125737"/>
                  <a:pt x="34935" y="126983"/>
                </a:cubicBezTo>
                <a:cubicBezTo>
                  <a:pt x="31945" y="128229"/>
                  <a:pt x="28531" y="127532"/>
                  <a:pt x="26239" y="12526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1020651" y="3820800"/>
            <a:ext cx="1594768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ImageNet Transfer Learning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0651" y="4012172"/>
            <a:ext cx="1594768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weights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4901" y="4586289"/>
            <a:ext cx="5677373" cy="2136989"/>
          </a:xfrm>
          <a:custGeom>
            <a:avLst/>
            <a:gdLst/>
            <a:ahLst/>
            <a:cxnLst/>
            <a:rect l="l" t="t" r="r" b="b"/>
            <a:pathLst>
              <a:path w="5677373" h="2136989">
                <a:moveTo>
                  <a:pt x="31895" y="0"/>
                </a:moveTo>
                <a:lnTo>
                  <a:pt x="5549795" y="0"/>
                </a:lnTo>
                <a:cubicBezTo>
                  <a:pt x="5620255" y="0"/>
                  <a:pt x="5677373" y="57119"/>
                  <a:pt x="5677373" y="127578"/>
                </a:cubicBezTo>
                <a:lnTo>
                  <a:pt x="5677373" y="2009411"/>
                </a:lnTo>
                <a:cubicBezTo>
                  <a:pt x="5677373" y="2079870"/>
                  <a:pt x="5620255" y="2136989"/>
                  <a:pt x="5549795" y="2136989"/>
                </a:cubicBezTo>
                <a:lnTo>
                  <a:pt x="31895" y="2136989"/>
                </a:lnTo>
                <a:cubicBezTo>
                  <a:pt x="14280" y="2136989"/>
                  <a:pt x="0" y="2122709"/>
                  <a:pt x="0" y="2105094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gradFill flip="none" rotWithShape="1">
            <a:gsLst>
              <a:gs pos="0">
                <a:srgbClr val="5C3EE8">
                  <a:alpha val="10000"/>
                </a:srgbClr>
              </a:gs>
              <a:gs pos="100000">
                <a:srgbClr val="5C3EE8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334901" y="4586289"/>
            <a:ext cx="31895" cy="2136989"/>
          </a:xfrm>
          <a:custGeom>
            <a:avLst/>
            <a:gdLst/>
            <a:ahLst/>
            <a:cxnLst/>
            <a:rect l="l" t="t" r="r" b="b"/>
            <a:pathLst>
              <a:path w="31895" h="2136989">
                <a:moveTo>
                  <a:pt x="31895" y="0"/>
                </a:moveTo>
                <a:lnTo>
                  <a:pt x="31895" y="0"/>
                </a:lnTo>
                <a:lnTo>
                  <a:pt x="31895" y="2136989"/>
                </a:lnTo>
                <a:lnTo>
                  <a:pt x="31895" y="2136989"/>
                </a:lnTo>
                <a:cubicBezTo>
                  <a:pt x="14280" y="2136989"/>
                  <a:pt x="0" y="2122709"/>
                  <a:pt x="0" y="2105094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5C3EE8"/>
          </a:solidFill>
          <a:ln/>
        </p:spPr>
      </p:sp>
      <p:sp>
        <p:nvSpPr>
          <p:cNvPr id="32" name="Shape 30"/>
          <p:cNvSpPr/>
          <p:nvPr/>
        </p:nvSpPr>
        <p:spPr>
          <a:xfrm>
            <a:off x="510326" y="4745766"/>
            <a:ext cx="446535" cy="446535"/>
          </a:xfrm>
          <a:custGeom>
            <a:avLst/>
            <a:gdLst/>
            <a:ahLst/>
            <a:cxnLst/>
            <a:rect l="l" t="t" r="r" b="b"/>
            <a:pathLst>
              <a:path w="446535" h="446535">
                <a:moveTo>
                  <a:pt x="95688" y="0"/>
                </a:moveTo>
                <a:lnTo>
                  <a:pt x="350847" y="0"/>
                </a:lnTo>
                <a:cubicBezTo>
                  <a:pt x="403659" y="0"/>
                  <a:pt x="446535" y="42876"/>
                  <a:pt x="446535" y="95688"/>
                </a:cubicBezTo>
                <a:lnTo>
                  <a:pt x="446535" y="350847"/>
                </a:lnTo>
                <a:cubicBezTo>
                  <a:pt x="446535" y="403659"/>
                  <a:pt x="403659" y="446535"/>
                  <a:pt x="350847" y="446535"/>
                </a:cubicBezTo>
                <a:lnTo>
                  <a:pt x="95688" y="446535"/>
                </a:lnTo>
                <a:cubicBezTo>
                  <a:pt x="42876" y="446535"/>
                  <a:pt x="0" y="403659"/>
                  <a:pt x="0" y="350847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5C3EE8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1028" y="4849425"/>
            <a:ext cx="269117" cy="239215"/>
          </a:xfrm>
          <a:custGeom>
            <a:avLst/>
            <a:gdLst/>
            <a:ahLst/>
            <a:cxnLst/>
            <a:rect l="l" t="t" r="r" b="b"/>
            <a:pathLst>
              <a:path w="269117" h="239215">
                <a:moveTo>
                  <a:pt x="134559" y="14951"/>
                </a:moveTo>
                <a:cubicBezTo>
                  <a:pt x="96807" y="14951"/>
                  <a:pt x="66578" y="32145"/>
                  <a:pt x="44573" y="52609"/>
                </a:cubicBezTo>
                <a:cubicBezTo>
                  <a:pt x="22707" y="72933"/>
                  <a:pt x="8083" y="97181"/>
                  <a:pt x="1121" y="113861"/>
                </a:cubicBezTo>
                <a:cubicBezTo>
                  <a:pt x="-420" y="117552"/>
                  <a:pt x="-420" y="121663"/>
                  <a:pt x="1121" y="125354"/>
                </a:cubicBezTo>
                <a:cubicBezTo>
                  <a:pt x="8083" y="142034"/>
                  <a:pt x="22707" y="166329"/>
                  <a:pt x="44573" y="186607"/>
                </a:cubicBezTo>
                <a:cubicBezTo>
                  <a:pt x="66578" y="207024"/>
                  <a:pt x="96807" y="224264"/>
                  <a:pt x="134559" y="224264"/>
                </a:cubicBezTo>
                <a:cubicBezTo>
                  <a:pt x="172310" y="224264"/>
                  <a:pt x="202539" y="207071"/>
                  <a:pt x="224545" y="186607"/>
                </a:cubicBezTo>
                <a:cubicBezTo>
                  <a:pt x="246410" y="166283"/>
                  <a:pt x="261034" y="142034"/>
                  <a:pt x="267996" y="125354"/>
                </a:cubicBezTo>
                <a:cubicBezTo>
                  <a:pt x="269538" y="121663"/>
                  <a:pt x="269538" y="117552"/>
                  <a:pt x="267996" y="113861"/>
                </a:cubicBezTo>
                <a:cubicBezTo>
                  <a:pt x="261034" y="97181"/>
                  <a:pt x="246410" y="72886"/>
                  <a:pt x="224545" y="52609"/>
                </a:cubicBezTo>
                <a:cubicBezTo>
                  <a:pt x="202539" y="32191"/>
                  <a:pt x="172310" y="14951"/>
                  <a:pt x="134559" y="14951"/>
                </a:cubicBezTo>
                <a:close/>
                <a:moveTo>
                  <a:pt x="67279" y="119608"/>
                </a:moveTo>
                <a:cubicBezTo>
                  <a:pt x="67279" y="82475"/>
                  <a:pt x="97426" y="52328"/>
                  <a:pt x="134559" y="52328"/>
                </a:cubicBezTo>
                <a:cubicBezTo>
                  <a:pt x="171691" y="52328"/>
                  <a:pt x="201838" y="82475"/>
                  <a:pt x="201838" y="119608"/>
                </a:cubicBezTo>
                <a:cubicBezTo>
                  <a:pt x="201838" y="156740"/>
                  <a:pt x="171691" y="186887"/>
                  <a:pt x="134559" y="186887"/>
                </a:cubicBezTo>
                <a:cubicBezTo>
                  <a:pt x="97426" y="186887"/>
                  <a:pt x="67279" y="156740"/>
                  <a:pt x="67279" y="119608"/>
                </a:cubicBezTo>
                <a:close/>
                <a:moveTo>
                  <a:pt x="134559" y="89706"/>
                </a:moveTo>
                <a:cubicBezTo>
                  <a:pt x="134559" y="106198"/>
                  <a:pt x="121149" y="119608"/>
                  <a:pt x="104657" y="119608"/>
                </a:cubicBezTo>
                <a:cubicBezTo>
                  <a:pt x="99284" y="119608"/>
                  <a:pt x="94238" y="118206"/>
                  <a:pt x="89846" y="115683"/>
                </a:cubicBezTo>
                <a:cubicBezTo>
                  <a:pt x="89379" y="120776"/>
                  <a:pt x="89799" y="126008"/>
                  <a:pt x="91201" y="131195"/>
                </a:cubicBezTo>
                <a:cubicBezTo>
                  <a:pt x="97602" y="155116"/>
                  <a:pt x="122224" y="169319"/>
                  <a:pt x="146146" y="162919"/>
                </a:cubicBezTo>
                <a:cubicBezTo>
                  <a:pt x="170067" y="156518"/>
                  <a:pt x="184270" y="131895"/>
                  <a:pt x="177870" y="107974"/>
                </a:cubicBezTo>
                <a:cubicBezTo>
                  <a:pt x="172170" y="86622"/>
                  <a:pt x="151939" y="73026"/>
                  <a:pt x="130634" y="74895"/>
                </a:cubicBezTo>
                <a:cubicBezTo>
                  <a:pt x="133110" y="79240"/>
                  <a:pt x="134559" y="84286"/>
                  <a:pt x="134559" y="89706"/>
                </a:cubicBezTo>
                <a:close/>
              </a:path>
            </a:pathLst>
          </a:custGeom>
          <a:solidFill>
            <a:srgbClr val="5C3EE8"/>
          </a:solidFill>
          <a:ln/>
        </p:spPr>
      </p:sp>
      <p:sp>
        <p:nvSpPr>
          <p:cNvPr id="34" name="Text 32"/>
          <p:cNvSpPr/>
          <p:nvPr/>
        </p:nvSpPr>
        <p:spPr>
          <a:xfrm>
            <a:off x="1052547" y="4841452"/>
            <a:ext cx="1507056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0326" y="5319882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5979" y="5527202"/>
            <a:ext cx="179411" cy="159477"/>
          </a:xfrm>
          <a:custGeom>
            <a:avLst/>
            <a:gdLst/>
            <a:ahLst/>
            <a:cxnLst/>
            <a:rect l="l" t="t" r="r" b="b"/>
            <a:pathLst>
              <a:path w="179411" h="159477">
                <a:moveTo>
                  <a:pt x="112381" y="374"/>
                </a:moveTo>
                <a:cubicBezTo>
                  <a:pt x="107086" y="-1152"/>
                  <a:pt x="101573" y="1931"/>
                  <a:pt x="100047" y="7226"/>
                </a:cubicBezTo>
                <a:lnTo>
                  <a:pt x="60178" y="146768"/>
                </a:lnTo>
                <a:cubicBezTo>
                  <a:pt x="58651" y="152064"/>
                  <a:pt x="61735" y="157577"/>
                  <a:pt x="67030" y="159103"/>
                </a:cubicBezTo>
                <a:cubicBezTo>
                  <a:pt x="72325" y="160629"/>
                  <a:pt x="77838" y="157546"/>
                  <a:pt x="79365" y="152250"/>
                </a:cubicBezTo>
                <a:lnTo>
                  <a:pt x="119234" y="12708"/>
                </a:lnTo>
                <a:cubicBezTo>
                  <a:pt x="120760" y="7413"/>
                  <a:pt x="117676" y="1900"/>
                  <a:pt x="112381" y="374"/>
                </a:cubicBezTo>
                <a:close/>
                <a:moveTo>
                  <a:pt x="132503" y="42766"/>
                </a:moveTo>
                <a:cubicBezTo>
                  <a:pt x="128609" y="46659"/>
                  <a:pt x="128609" y="52982"/>
                  <a:pt x="132503" y="56876"/>
                </a:cubicBezTo>
                <a:lnTo>
                  <a:pt x="155365" y="79738"/>
                </a:lnTo>
                <a:lnTo>
                  <a:pt x="132503" y="102601"/>
                </a:lnTo>
                <a:cubicBezTo>
                  <a:pt x="128609" y="106494"/>
                  <a:pt x="128609" y="112817"/>
                  <a:pt x="132503" y="116711"/>
                </a:cubicBezTo>
                <a:cubicBezTo>
                  <a:pt x="136396" y="120604"/>
                  <a:pt x="142719" y="120604"/>
                  <a:pt x="146613" y="116711"/>
                </a:cubicBezTo>
                <a:lnTo>
                  <a:pt x="176515" y="86809"/>
                </a:lnTo>
                <a:cubicBezTo>
                  <a:pt x="180408" y="82915"/>
                  <a:pt x="180408" y="76592"/>
                  <a:pt x="176515" y="72699"/>
                </a:cubicBezTo>
                <a:lnTo>
                  <a:pt x="146613" y="42797"/>
                </a:lnTo>
                <a:cubicBezTo>
                  <a:pt x="142719" y="38904"/>
                  <a:pt x="136396" y="38904"/>
                  <a:pt x="132503" y="42797"/>
                </a:cubicBezTo>
                <a:close/>
                <a:moveTo>
                  <a:pt x="46940" y="42766"/>
                </a:moveTo>
                <a:cubicBezTo>
                  <a:pt x="43046" y="38872"/>
                  <a:pt x="36723" y="38872"/>
                  <a:pt x="32830" y="42766"/>
                </a:cubicBezTo>
                <a:lnTo>
                  <a:pt x="2928" y="72668"/>
                </a:lnTo>
                <a:cubicBezTo>
                  <a:pt x="-966" y="76561"/>
                  <a:pt x="-966" y="82884"/>
                  <a:pt x="2928" y="86778"/>
                </a:cubicBezTo>
                <a:lnTo>
                  <a:pt x="32830" y="116680"/>
                </a:lnTo>
                <a:cubicBezTo>
                  <a:pt x="36723" y="120573"/>
                  <a:pt x="43046" y="120573"/>
                  <a:pt x="46940" y="116680"/>
                </a:cubicBezTo>
                <a:cubicBezTo>
                  <a:pt x="50833" y="112786"/>
                  <a:pt x="50833" y="106463"/>
                  <a:pt x="46940" y="102570"/>
                </a:cubicBezTo>
                <a:lnTo>
                  <a:pt x="24077" y="79738"/>
                </a:lnTo>
                <a:lnTo>
                  <a:pt x="46909" y="56876"/>
                </a:lnTo>
                <a:cubicBezTo>
                  <a:pt x="50802" y="52982"/>
                  <a:pt x="50802" y="46659"/>
                  <a:pt x="46909" y="42766"/>
                </a:cubicBezTo>
                <a:close/>
              </a:path>
            </a:pathLst>
          </a:custGeom>
          <a:solidFill>
            <a:srgbClr val="5C3EE8"/>
          </a:solidFill>
          <a:ln/>
        </p:spPr>
      </p:sp>
      <p:sp>
        <p:nvSpPr>
          <p:cNvPr id="37" name="Text 35"/>
          <p:cNvSpPr/>
          <p:nvPr/>
        </p:nvSpPr>
        <p:spPr>
          <a:xfrm>
            <a:off x="869148" y="5415568"/>
            <a:ext cx="102862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OpenCV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9148" y="5606940"/>
            <a:ext cx="102862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31149" y="5319882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46770" y="5527202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129575" y="64787"/>
                </a:moveTo>
                <a:cubicBezTo>
                  <a:pt x="129575" y="79084"/>
                  <a:pt x="124934" y="92291"/>
                  <a:pt x="117116" y="103006"/>
                </a:cubicBezTo>
                <a:lnTo>
                  <a:pt x="156549" y="142470"/>
                </a:lnTo>
                <a:cubicBezTo>
                  <a:pt x="160442" y="146364"/>
                  <a:pt x="160442" y="152687"/>
                  <a:pt x="156549" y="156580"/>
                </a:cubicBezTo>
                <a:cubicBezTo>
                  <a:pt x="152655" y="160474"/>
                  <a:pt x="146332" y="160474"/>
                  <a:pt x="142439" y="156580"/>
                </a:cubicBezTo>
                <a:lnTo>
                  <a:pt x="103006" y="117116"/>
                </a:lnTo>
                <a:cubicBezTo>
                  <a:pt x="92291" y="124934"/>
                  <a:pt x="79084" y="129575"/>
                  <a:pt x="64787" y="129575"/>
                </a:cubicBezTo>
                <a:cubicBezTo>
                  <a:pt x="28999" y="129575"/>
                  <a:pt x="0" y="100576"/>
                  <a:pt x="0" y="64787"/>
                </a:cubicBezTo>
                <a:cubicBezTo>
                  <a:pt x="0" y="28999"/>
                  <a:pt x="28999" y="0"/>
                  <a:pt x="64787" y="0"/>
                </a:cubicBezTo>
                <a:cubicBezTo>
                  <a:pt x="100576" y="0"/>
                  <a:pt x="129575" y="28999"/>
                  <a:pt x="129575" y="64787"/>
                </a:cubicBezTo>
                <a:close/>
                <a:moveTo>
                  <a:pt x="64787" y="109640"/>
                </a:moveTo>
                <a:cubicBezTo>
                  <a:pt x="89542" y="109640"/>
                  <a:pt x="109640" y="89542"/>
                  <a:pt x="109640" y="64787"/>
                </a:cubicBezTo>
                <a:cubicBezTo>
                  <a:pt x="109640" y="40032"/>
                  <a:pt x="89542" y="19935"/>
                  <a:pt x="64787" y="19935"/>
                </a:cubicBezTo>
                <a:cubicBezTo>
                  <a:pt x="40032" y="19935"/>
                  <a:pt x="19935" y="40032"/>
                  <a:pt x="19935" y="64787"/>
                </a:cubicBezTo>
                <a:cubicBezTo>
                  <a:pt x="19935" y="89542"/>
                  <a:pt x="40032" y="109640"/>
                  <a:pt x="64787" y="109640"/>
                </a:cubicBezTo>
                <a:close/>
              </a:path>
            </a:pathLst>
          </a:custGeom>
          <a:solidFill>
            <a:srgbClr val="5C3EE8"/>
          </a:solidFill>
          <a:ln/>
        </p:spPr>
      </p:sp>
      <p:sp>
        <p:nvSpPr>
          <p:cNvPr id="41" name="Text 39"/>
          <p:cNvSpPr/>
          <p:nvPr/>
        </p:nvSpPr>
        <p:spPr>
          <a:xfrm>
            <a:off x="3589972" y="5415568"/>
            <a:ext cx="98078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Haar Cascades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89972" y="5606940"/>
            <a:ext cx="98078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detection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0326" y="5989684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5914" y="6197004"/>
            <a:ext cx="139542" cy="159477"/>
          </a:xfrm>
          <a:custGeom>
            <a:avLst/>
            <a:gdLst/>
            <a:ahLst/>
            <a:cxnLst/>
            <a:rect l="l" t="t" r="r" b="b"/>
            <a:pathLst>
              <a:path w="139542" h="159477">
                <a:moveTo>
                  <a:pt x="19935" y="9967"/>
                </a:moveTo>
                <a:cubicBezTo>
                  <a:pt x="8939" y="9967"/>
                  <a:pt x="0" y="18907"/>
                  <a:pt x="0" y="29902"/>
                </a:cubicBezTo>
                <a:lnTo>
                  <a:pt x="0" y="129575"/>
                </a:lnTo>
                <a:cubicBezTo>
                  <a:pt x="0" y="140570"/>
                  <a:pt x="8939" y="149509"/>
                  <a:pt x="19935" y="149509"/>
                </a:cubicBezTo>
                <a:lnTo>
                  <a:pt x="119608" y="149509"/>
                </a:lnTo>
                <a:cubicBezTo>
                  <a:pt x="130603" y="149509"/>
                  <a:pt x="139542" y="140570"/>
                  <a:pt x="139542" y="129575"/>
                </a:cubicBezTo>
                <a:lnTo>
                  <a:pt x="139542" y="29902"/>
                </a:lnTo>
                <a:cubicBezTo>
                  <a:pt x="139542" y="18907"/>
                  <a:pt x="130603" y="9967"/>
                  <a:pt x="119608" y="9967"/>
                </a:cubicBezTo>
                <a:lnTo>
                  <a:pt x="19935" y="9967"/>
                </a:lnTo>
                <a:close/>
                <a:moveTo>
                  <a:pt x="39869" y="34886"/>
                </a:moveTo>
                <a:cubicBezTo>
                  <a:pt x="48121" y="34886"/>
                  <a:pt x="54820" y="41585"/>
                  <a:pt x="54820" y="49836"/>
                </a:cubicBezTo>
                <a:cubicBezTo>
                  <a:pt x="54820" y="58088"/>
                  <a:pt x="48121" y="64787"/>
                  <a:pt x="39869" y="64787"/>
                </a:cubicBezTo>
                <a:cubicBezTo>
                  <a:pt x="31618" y="64787"/>
                  <a:pt x="24918" y="58088"/>
                  <a:pt x="24918" y="49836"/>
                </a:cubicBezTo>
                <a:cubicBezTo>
                  <a:pt x="24918" y="41585"/>
                  <a:pt x="31618" y="34886"/>
                  <a:pt x="39869" y="34886"/>
                </a:cubicBezTo>
                <a:close/>
                <a:moveTo>
                  <a:pt x="84722" y="69771"/>
                </a:moveTo>
                <a:cubicBezTo>
                  <a:pt x="87338" y="69771"/>
                  <a:pt x="89737" y="71142"/>
                  <a:pt x="91107" y="73353"/>
                </a:cubicBezTo>
                <a:lnTo>
                  <a:pt x="118517" y="118206"/>
                </a:lnTo>
                <a:cubicBezTo>
                  <a:pt x="119919" y="120511"/>
                  <a:pt x="119981" y="123408"/>
                  <a:pt x="118673" y="125775"/>
                </a:cubicBezTo>
                <a:cubicBezTo>
                  <a:pt x="117365" y="128142"/>
                  <a:pt x="114842" y="129575"/>
                  <a:pt x="112132" y="129575"/>
                </a:cubicBezTo>
                <a:lnTo>
                  <a:pt x="27410" y="129575"/>
                </a:lnTo>
                <a:cubicBezTo>
                  <a:pt x="24638" y="129575"/>
                  <a:pt x="22053" y="128017"/>
                  <a:pt x="20776" y="125557"/>
                </a:cubicBezTo>
                <a:cubicBezTo>
                  <a:pt x="19499" y="123096"/>
                  <a:pt x="19685" y="120106"/>
                  <a:pt x="21274" y="117832"/>
                </a:cubicBezTo>
                <a:lnTo>
                  <a:pt x="38717" y="92914"/>
                </a:lnTo>
                <a:cubicBezTo>
                  <a:pt x="40118" y="90920"/>
                  <a:pt x="42392" y="89737"/>
                  <a:pt x="44853" y="89737"/>
                </a:cubicBezTo>
                <a:cubicBezTo>
                  <a:pt x="47314" y="89737"/>
                  <a:pt x="49587" y="90920"/>
                  <a:pt x="50989" y="92914"/>
                </a:cubicBezTo>
                <a:lnTo>
                  <a:pt x="59212" y="104688"/>
                </a:lnTo>
                <a:lnTo>
                  <a:pt x="78337" y="73384"/>
                </a:lnTo>
                <a:cubicBezTo>
                  <a:pt x="79707" y="71173"/>
                  <a:pt x="82106" y="69802"/>
                  <a:pt x="84722" y="69802"/>
                </a:cubicBezTo>
                <a:close/>
              </a:path>
            </a:pathLst>
          </a:custGeom>
          <a:solidFill>
            <a:srgbClr val="5C3EE8"/>
          </a:solidFill>
          <a:ln/>
        </p:spPr>
      </p:sp>
      <p:sp>
        <p:nvSpPr>
          <p:cNvPr id="45" name="Text 43"/>
          <p:cNvSpPr/>
          <p:nvPr/>
        </p:nvSpPr>
        <p:spPr>
          <a:xfrm>
            <a:off x="869148" y="6085371"/>
            <a:ext cx="116418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Pillow (PIL)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9148" y="6276743"/>
            <a:ext cx="116418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manipulation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31149" y="5989684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66704" y="6197004"/>
            <a:ext cx="119608" cy="159477"/>
          </a:xfrm>
          <a:custGeom>
            <a:avLst/>
            <a:gdLst/>
            <a:ahLst/>
            <a:cxnLst/>
            <a:rect l="l" t="t" r="r" b="b"/>
            <a:pathLst>
              <a:path w="119608" h="159477">
                <a:moveTo>
                  <a:pt x="19935" y="0"/>
                </a:moveTo>
                <a:cubicBezTo>
                  <a:pt x="8939" y="0"/>
                  <a:pt x="0" y="8939"/>
                  <a:pt x="0" y="19935"/>
                </a:cubicBezTo>
                <a:lnTo>
                  <a:pt x="0" y="139542"/>
                </a:lnTo>
                <a:cubicBezTo>
                  <a:pt x="0" y="150537"/>
                  <a:pt x="8939" y="159477"/>
                  <a:pt x="19935" y="159477"/>
                </a:cubicBezTo>
                <a:lnTo>
                  <a:pt x="99673" y="159477"/>
                </a:lnTo>
                <a:cubicBezTo>
                  <a:pt x="110668" y="159477"/>
                  <a:pt x="119608" y="150537"/>
                  <a:pt x="119608" y="139542"/>
                </a:cubicBezTo>
                <a:lnTo>
                  <a:pt x="119608" y="19935"/>
                </a:lnTo>
                <a:cubicBezTo>
                  <a:pt x="119608" y="8939"/>
                  <a:pt x="110668" y="0"/>
                  <a:pt x="99673" y="0"/>
                </a:cubicBezTo>
                <a:lnTo>
                  <a:pt x="19935" y="0"/>
                </a:lnTo>
                <a:close/>
                <a:moveTo>
                  <a:pt x="29902" y="19935"/>
                </a:moveTo>
                <a:lnTo>
                  <a:pt x="89706" y="19935"/>
                </a:lnTo>
                <a:cubicBezTo>
                  <a:pt x="95219" y="19935"/>
                  <a:pt x="99673" y="24389"/>
                  <a:pt x="99673" y="29902"/>
                </a:cubicBezTo>
                <a:lnTo>
                  <a:pt x="99673" y="39869"/>
                </a:lnTo>
                <a:cubicBezTo>
                  <a:pt x="99673" y="45382"/>
                  <a:pt x="95219" y="49836"/>
                  <a:pt x="89706" y="49836"/>
                </a:cubicBezTo>
                <a:lnTo>
                  <a:pt x="29902" y="49836"/>
                </a:lnTo>
                <a:cubicBezTo>
                  <a:pt x="24389" y="49836"/>
                  <a:pt x="19935" y="45382"/>
                  <a:pt x="19935" y="39869"/>
                </a:cubicBezTo>
                <a:lnTo>
                  <a:pt x="19935" y="29902"/>
                </a:lnTo>
                <a:cubicBezTo>
                  <a:pt x="19935" y="24389"/>
                  <a:pt x="24389" y="19935"/>
                  <a:pt x="29902" y="19935"/>
                </a:cubicBezTo>
                <a:close/>
                <a:moveTo>
                  <a:pt x="34886" y="72263"/>
                </a:moveTo>
                <a:cubicBezTo>
                  <a:pt x="34886" y="76389"/>
                  <a:pt x="31536" y="79738"/>
                  <a:pt x="27410" y="79738"/>
                </a:cubicBezTo>
                <a:cubicBezTo>
                  <a:pt x="23284" y="79738"/>
                  <a:pt x="19935" y="76389"/>
                  <a:pt x="19935" y="72263"/>
                </a:cubicBezTo>
                <a:cubicBezTo>
                  <a:pt x="19935" y="68137"/>
                  <a:pt x="23284" y="64787"/>
                  <a:pt x="27410" y="64787"/>
                </a:cubicBezTo>
                <a:cubicBezTo>
                  <a:pt x="31536" y="64787"/>
                  <a:pt x="34886" y="68137"/>
                  <a:pt x="34886" y="72263"/>
                </a:cubicBezTo>
                <a:close/>
                <a:moveTo>
                  <a:pt x="59804" y="79738"/>
                </a:moveTo>
                <a:cubicBezTo>
                  <a:pt x="55678" y="79738"/>
                  <a:pt x="52328" y="76389"/>
                  <a:pt x="52328" y="72263"/>
                </a:cubicBezTo>
                <a:cubicBezTo>
                  <a:pt x="52328" y="68137"/>
                  <a:pt x="55678" y="64787"/>
                  <a:pt x="59804" y="64787"/>
                </a:cubicBezTo>
                <a:cubicBezTo>
                  <a:pt x="63930" y="64787"/>
                  <a:pt x="67279" y="68137"/>
                  <a:pt x="67279" y="72263"/>
                </a:cubicBezTo>
                <a:cubicBezTo>
                  <a:pt x="67279" y="76389"/>
                  <a:pt x="63930" y="79738"/>
                  <a:pt x="59804" y="79738"/>
                </a:cubicBezTo>
                <a:close/>
                <a:moveTo>
                  <a:pt x="99673" y="72263"/>
                </a:moveTo>
                <a:cubicBezTo>
                  <a:pt x="99673" y="76389"/>
                  <a:pt x="96323" y="79738"/>
                  <a:pt x="92198" y="79738"/>
                </a:cubicBezTo>
                <a:cubicBezTo>
                  <a:pt x="88072" y="79738"/>
                  <a:pt x="84722" y="76389"/>
                  <a:pt x="84722" y="72263"/>
                </a:cubicBezTo>
                <a:cubicBezTo>
                  <a:pt x="84722" y="68137"/>
                  <a:pt x="88072" y="64787"/>
                  <a:pt x="92198" y="64787"/>
                </a:cubicBezTo>
                <a:cubicBezTo>
                  <a:pt x="96323" y="64787"/>
                  <a:pt x="99673" y="68137"/>
                  <a:pt x="99673" y="72263"/>
                </a:cubicBezTo>
                <a:close/>
                <a:moveTo>
                  <a:pt x="27410" y="109640"/>
                </a:moveTo>
                <a:cubicBezTo>
                  <a:pt x="23284" y="109640"/>
                  <a:pt x="19935" y="106291"/>
                  <a:pt x="19935" y="102165"/>
                </a:cubicBezTo>
                <a:cubicBezTo>
                  <a:pt x="19935" y="98039"/>
                  <a:pt x="23284" y="94689"/>
                  <a:pt x="27410" y="94689"/>
                </a:cubicBezTo>
                <a:cubicBezTo>
                  <a:pt x="31536" y="94689"/>
                  <a:pt x="34886" y="98039"/>
                  <a:pt x="34886" y="102165"/>
                </a:cubicBezTo>
                <a:cubicBezTo>
                  <a:pt x="34886" y="106291"/>
                  <a:pt x="31536" y="109640"/>
                  <a:pt x="27410" y="109640"/>
                </a:cubicBezTo>
                <a:close/>
                <a:moveTo>
                  <a:pt x="67279" y="102165"/>
                </a:moveTo>
                <a:cubicBezTo>
                  <a:pt x="67279" y="106291"/>
                  <a:pt x="63930" y="109640"/>
                  <a:pt x="59804" y="109640"/>
                </a:cubicBezTo>
                <a:cubicBezTo>
                  <a:pt x="55678" y="109640"/>
                  <a:pt x="52328" y="106291"/>
                  <a:pt x="52328" y="102165"/>
                </a:cubicBezTo>
                <a:cubicBezTo>
                  <a:pt x="52328" y="98039"/>
                  <a:pt x="55678" y="94689"/>
                  <a:pt x="59804" y="94689"/>
                </a:cubicBezTo>
                <a:cubicBezTo>
                  <a:pt x="63930" y="94689"/>
                  <a:pt x="67279" y="98039"/>
                  <a:pt x="67279" y="102165"/>
                </a:cubicBezTo>
                <a:close/>
                <a:moveTo>
                  <a:pt x="92198" y="109640"/>
                </a:moveTo>
                <a:cubicBezTo>
                  <a:pt x="88072" y="109640"/>
                  <a:pt x="84722" y="106291"/>
                  <a:pt x="84722" y="102165"/>
                </a:cubicBezTo>
                <a:cubicBezTo>
                  <a:pt x="84722" y="98039"/>
                  <a:pt x="88072" y="94689"/>
                  <a:pt x="92198" y="94689"/>
                </a:cubicBezTo>
                <a:cubicBezTo>
                  <a:pt x="96323" y="94689"/>
                  <a:pt x="99673" y="98039"/>
                  <a:pt x="99673" y="102165"/>
                </a:cubicBezTo>
                <a:cubicBezTo>
                  <a:pt x="99673" y="106291"/>
                  <a:pt x="96323" y="109640"/>
                  <a:pt x="92198" y="109640"/>
                </a:cubicBezTo>
                <a:close/>
                <a:moveTo>
                  <a:pt x="19935" y="132067"/>
                </a:moveTo>
                <a:cubicBezTo>
                  <a:pt x="19935" y="127924"/>
                  <a:pt x="23267" y="124591"/>
                  <a:pt x="27410" y="124591"/>
                </a:cubicBezTo>
                <a:lnTo>
                  <a:pt x="62296" y="124591"/>
                </a:lnTo>
                <a:cubicBezTo>
                  <a:pt x="66438" y="124591"/>
                  <a:pt x="69771" y="127924"/>
                  <a:pt x="69771" y="132067"/>
                </a:cubicBezTo>
                <a:cubicBezTo>
                  <a:pt x="69771" y="136209"/>
                  <a:pt x="66438" y="139542"/>
                  <a:pt x="62296" y="139542"/>
                </a:cubicBezTo>
                <a:lnTo>
                  <a:pt x="27410" y="139542"/>
                </a:lnTo>
                <a:cubicBezTo>
                  <a:pt x="23267" y="139542"/>
                  <a:pt x="19935" y="136209"/>
                  <a:pt x="19935" y="132067"/>
                </a:cubicBezTo>
                <a:close/>
                <a:moveTo>
                  <a:pt x="92198" y="124591"/>
                </a:moveTo>
                <a:cubicBezTo>
                  <a:pt x="96340" y="124591"/>
                  <a:pt x="99673" y="127924"/>
                  <a:pt x="99673" y="132067"/>
                </a:cubicBezTo>
                <a:cubicBezTo>
                  <a:pt x="99673" y="136209"/>
                  <a:pt x="96340" y="139542"/>
                  <a:pt x="92198" y="139542"/>
                </a:cubicBezTo>
                <a:cubicBezTo>
                  <a:pt x="88055" y="139542"/>
                  <a:pt x="84722" y="136209"/>
                  <a:pt x="84722" y="132067"/>
                </a:cubicBezTo>
                <a:cubicBezTo>
                  <a:pt x="84722" y="127924"/>
                  <a:pt x="88055" y="124591"/>
                  <a:pt x="92198" y="124591"/>
                </a:cubicBezTo>
                <a:close/>
              </a:path>
            </a:pathLst>
          </a:custGeom>
          <a:solidFill>
            <a:srgbClr val="5C3EE8"/>
          </a:solidFill>
          <a:ln/>
        </p:spPr>
      </p:sp>
      <p:sp>
        <p:nvSpPr>
          <p:cNvPr id="49" name="Text 47"/>
          <p:cNvSpPr/>
          <p:nvPr/>
        </p:nvSpPr>
        <p:spPr>
          <a:xfrm>
            <a:off x="3589972" y="6085371"/>
            <a:ext cx="126784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589972" y="6276743"/>
            <a:ext cx="126784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computing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188" y="982113"/>
            <a:ext cx="5677373" cy="3476594"/>
          </a:xfrm>
          <a:custGeom>
            <a:avLst/>
            <a:gdLst/>
            <a:ahLst/>
            <a:cxnLst/>
            <a:rect l="l" t="t" r="r" b="b"/>
            <a:pathLst>
              <a:path w="5677373" h="3476594">
                <a:moveTo>
                  <a:pt x="31895" y="0"/>
                </a:moveTo>
                <a:lnTo>
                  <a:pt x="5549782" y="0"/>
                </a:lnTo>
                <a:cubicBezTo>
                  <a:pt x="5620249" y="0"/>
                  <a:pt x="5677373" y="57124"/>
                  <a:pt x="5677373" y="127591"/>
                </a:cubicBezTo>
                <a:lnTo>
                  <a:pt x="5677373" y="3349003"/>
                </a:lnTo>
                <a:cubicBezTo>
                  <a:pt x="5677373" y="3419469"/>
                  <a:pt x="5620249" y="3476594"/>
                  <a:pt x="5549782" y="3476594"/>
                </a:cubicBezTo>
                <a:lnTo>
                  <a:pt x="31895" y="3476594"/>
                </a:lnTo>
                <a:cubicBezTo>
                  <a:pt x="14280" y="3476594"/>
                  <a:pt x="0" y="3462314"/>
                  <a:pt x="0" y="3444698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776AB">
                  <a:alpha val="10000"/>
                </a:srgbClr>
              </a:gs>
              <a:gs pos="100000">
                <a:srgbClr val="3776AB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6191188" y="982113"/>
            <a:ext cx="31895" cy="3476594"/>
          </a:xfrm>
          <a:custGeom>
            <a:avLst/>
            <a:gdLst/>
            <a:ahLst/>
            <a:cxnLst/>
            <a:rect l="l" t="t" r="r" b="b"/>
            <a:pathLst>
              <a:path w="31895" h="3476594">
                <a:moveTo>
                  <a:pt x="31895" y="0"/>
                </a:moveTo>
                <a:lnTo>
                  <a:pt x="31895" y="0"/>
                </a:lnTo>
                <a:lnTo>
                  <a:pt x="31895" y="3476594"/>
                </a:lnTo>
                <a:lnTo>
                  <a:pt x="31895" y="3476594"/>
                </a:lnTo>
                <a:cubicBezTo>
                  <a:pt x="14280" y="3476594"/>
                  <a:pt x="0" y="3462314"/>
                  <a:pt x="0" y="3444698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53" name="Shape 51"/>
          <p:cNvSpPr/>
          <p:nvPr/>
        </p:nvSpPr>
        <p:spPr>
          <a:xfrm>
            <a:off x="6366612" y="1141590"/>
            <a:ext cx="446535" cy="446535"/>
          </a:xfrm>
          <a:custGeom>
            <a:avLst/>
            <a:gdLst/>
            <a:ahLst/>
            <a:cxnLst/>
            <a:rect l="l" t="t" r="r" b="b"/>
            <a:pathLst>
              <a:path w="446535" h="446535">
                <a:moveTo>
                  <a:pt x="95688" y="0"/>
                </a:moveTo>
                <a:lnTo>
                  <a:pt x="350847" y="0"/>
                </a:lnTo>
                <a:cubicBezTo>
                  <a:pt x="403659" y="0"/>
                  <a:pt x="446535" y="42876"/>
                  <a:pt x="446535" y="95688"/>
                </a:cubicBezTo>
                <a:lnTo>
                  <a:pt x="446535" y="350847"/>
                </a:lnTo>
                <a:cubicBezTo>
                  <a:pt x="446535" y="403659"/>
                  <a:pt x="403659" y="446535"/>
                  <a:pt x="350847" y="446535"/>
                </a:cubicBezTo>
                <a:lnTo>
                  <a:pt x="95688" y="446535"/>
                </a:lnTo>
                <a:cubicBezTo>
                  <a:pt x="42876" y="446535"/>
                  <a:pt x="0" y="403659"/>
                  <a:pt x="0" y="350847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3776AB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87216" y="1245250"/>
            <a:ext cx="209313" cy="239215"/>
          </a:xfrm>
          <a:custGeom>
            <a:avLst/>
            <a:gdLst/>
            <a:ahLst/>
            <a:cxnLst/>
            <a:rect l="l" t="t" r="r" b="b"/>
            <a:pathLst>
              <a:path w="209313" h="239215">
                <a:moveTo>
                  <a:pt x="29902" y="14951"/>
                </a:moveTo>
                <a:cubicBezTo>
                  <a:pt x="13409" y="14951"/>
                  <a:pt x="0" y="28360"/>
                  <a:pt x="0" y="44853"/>
                </a:cubicBezTo>
                <a:lnTo>
                  <a:pt x="0" y="74755"/>
                </a:lnTo>
                <a:cubicBezTo>
                  <a:pt x="0" y="91248"/>
                  <a:pt x="13409" y="104657"/>
                  <a:pt x="29902" y="104657"/>
                </a:cubicBezTo>
                <a:lnTo>
                  <a:pt x="179411" y="104657"/>
                </a:lnTo>
                <a:cubicBezTo>
                  <a:pt x="195904" y="104657"/>
                  <a:pt x="209313" y="91248"/>
                  <a:pt x="209313" y="74755"/>
                </a:cubicBezTo>
                <a:lnTo>
                  <a:pt x="209313" y="44853"/>
                </a:lnTo>
                <a:cubicBezTo>
                  <a:pt x="209313" y="28360"/>
                  <a:pt x="195904" y="14951"/>
                  <a:pt x="179411" y="14951"/>
                </a:cubicBezTo>
                <a:lnTo>
                  <a:pt x="29902" y="14951"/>
                </a:lnTo>
                <a:close/>
                <a:moveTo>
                  <a:pt x="130821" y="48591"/>
                </a:moveTo>
                <a:cubicBezTo>
                  <a:pt x="137010" y="48591"/>
                  <a:pt x="142034" y="53615"/>
                  <a:pt x="142034" y="59804"/>
                </a:cubicBezTo>
                <a:cubicBezTo>
                  <a:pt x="142034" y="65993"/>
                  <a:pt x="137010" y="71017"/>
                  <a:pt x="130821" y="71017"/>
                </a:cubicBezTo>
                <a:cubicBezTo>
                  <a:pt x="124632" y="71017"/>
                  <a:pt x="119608" y="65993"/>
                  <a:pt x="119608" y="59804"/>
                </a:cubicBezTo>
                <a:cubicBezTo>
                  <a:pt x="119608" y="53615"/>
                  <a:pt x="124632" y="48591"/>
                  <a:pt x="130821" y="48591"/>
                </a:cubicBezTo>
                <a:close/>
                <a:moveTo>
                  <a:pt x="156985" y="59804"/>
                </a:moveTo>
                <a:cubicBezTo>
                  <a:pt x="156985" y="53615"/>
                  <a:pt x="162009" y="48591"/>
                  <a:pt x="168198" y="48591"/>
                </a:cubicBezTo>
                <a:cubicBezTo>
                  <a:pt x="174387" y="48591"/>
                  <a:pt x="179411" y="53615"/>
                  <a:pt x="179411" y="59804"/>
                </a:cubicBezTo>
                <a:cubicBezTo>
                  <a:pt x="179411" y="65993"/>
                  <a:pt x="174387" y="71017"/>
                  <a:pt x="168198" y="71017"/>
                </a:cubicBezTo>
                <a:cubicBezTo>
                  <a:pt x="162009" y="71017"/>
                  <a:pt x="156985" y="65993"/>
                  <a:pt x="156985" y="59804"/>
                </a:cubicBezTo>
                <a:close/>
                <a:moveTo>
                  <a:pt x="29902" y="134559"/>
                </a:moveTo>
                <a:cubicBezTo>
                  <a:pt x="13409" y="134559"/>
                  <a:pt x="0" y="147968"/>
                  <a:pt x="0" y="164460"/>
                </a:cubicBezTo>
                <a:lnTo>
                  <a:pt x="0" y="194362"/>
                </a:lnTo>
                <a:cubicBezTo>
                  <a:pt x="0" y="210855"/>
                  <a:pt x="13409" y="224264"/>
                  <a:pt x="29902" y="224264"/>
                </a:cubicBezTo>
                <a:lnTo>
                  <a:pt x="179411" y="224264"/>
                </a:lnTo>
                <a:cubicBezTo>
                  <a:pt x="195904" y="224264"/>
                  <a:pt x="209313" y="210855"/>
                  <a:pt x="209313" y="194362"/>
                </a:cubicBezTo>
                <a:lnTo>
                  <a:pt x="209313" y="164460"/>
                </a:lnTo>
                <a:cubicBezTo>
                  <a:pt x="209313" y="147968"/>
                  <a:pt x="195904" y="134559"/>
                  <a:pt x="179411" y="134559"/>
                </a:cubicBezTo>
                <a:lnTo>
                  <a:pt x="29902" y="134559"/>
                </a:lnTo>
                <a:close/>
                <a:moveTo>
                  <a:pt x="130821" y="168198"/>
                </a:moveTo>
                <a:cubicBezTo>
                  <a:pt x="137010" y="168198"/>
                  <a:pt x="142034" y="173223"/>
                  <a:pt x="142034" y="179411"/>
                </a:cubicBezTo>
                <a:cubicBezTo>
                  <a:pt x="142034" y="185600"/>
                  <a:pt x="137010" y="190625"/>
                  <a:pt x="130821" y="190625"/>
                </a:cubicBezTo>
                <a:cubicBezTo>
                  <a:pt x="124632" y="190625"/>
                  <a:pt x="119608" y="185600"/>
                  <a:pt x="119608" y="179411"/>
                </a:cubicBezTo>
                <a:cubicBezTo>
                  <a:pt x="119608" y="173223"/>
                  <a:pt x="124632" y="168198"/>
                  <a:pt x="130821" y="168198"/>
                </a:cubicBezTo>
                <a:close/>
                <a:moveTo>
                  <a:pt x="156985" y="179411"/>
                </a:moveTo>
                <a:cubicBezTo>
                  <a:pt x="156985" y="173223"/>
                  <a:pt x="162009" y="168198"/>
                  <a:pt x="168198" y="168198"/>
                </a:cubicBezTo>
                <a:cubicBezTo>
                  <a:pt x="174387" y="168198"/>
                  <a:pt x="179411" y="173223"/>
                  <a:pt x="179411" y="179411"/>
                </a:cubicBezTo>
                <a:cubicBezTo>
                  <a:pt x="179411" y="185600"/>
                  <a:pt x="174387" y="190625"/>
                  <a:pt x="168198" y="190625"/>
                </a:cubicBezTo>
                <a:cubicBezTo>
                  <a:pt x="162009" y="190625"/>
                  <a:pt x="156985" y="185600"/>
                  <a:pt x="156985" y="179411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55" name="Text 53"/>
          <p:cNvSpPr/>
          <p:nvPr/>
        </p:nvSpPr>
        <p:spPr>
          <a:xfrm>
            <a:off x="6908833" y="1237276"/>
            <a:ext cx="1275814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Backend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6612" y="1715707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62298" y="1843288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3776AB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565958" y="1938974"/>
            <a:ext cx="111634" cy="127581"/>
          </a:xfrm>
          <a:custGeom>
            <a:avLst/>
            <a:gdLst/>
            <a:ahLst/>
            <a:cxnLst/>
            <a:rect l="l" t="t" r="r" b="b"/>
            <a:pathLst>
              <a:path w="111634" h="127581">
                <a:moveTo>
                  <a:pt x="109590" y="49961"/>
                </a:moveTo>
                <a:cubicBezTo>
                  <a:pt x="107672" y="42261"/>
                  <a:pt x="104034" y="36455"/>
                  <a:pt x="96284" y="36455"/>
                </a:cubicBezTo>
                <a:lnTo>
                  <a:pt x="86292" y="36455"/>
                </a:lnTo>
                <a:lnTo>
                  <a:pt x="86292" y="48267"/>
                </a:lnTo>
                <a:cubicBezTo>
                  <a:pt x="86292" y="57437"/>
                  <a:pt x="78517" y="65161"/>
                  <a:pt x="69647" y="65161"/>
                </a:cubicBezTo>
                <a:lnTo>
                  <a:pt x="43034" y="65161"/>
                </a:lnTo>
                <a:cubicBezTo>
                  <a:pt x="35758" y="65161"/>
                  <a:pt x="29727" y="71391"/>
                  <a:pt x="29727" y="78692"/>
                </a:cubicBezTo>
                <a:lnTo>
                  <a:pt x="29727" y="104059"/>
                </a:lnTo>
                <a:cubicBezTo>
                  <a:pt x="29727" y="111285"/>
                  <a:pt x="36007" y="115521"/>
                  <a:pt x="43034" y="117589"/>
                </a:cubicBezTo>
                <a:cubicBezTo>
                  <a:pt x="51456" y="120056"/>
                  <a:pt x="59555" y="120505"/>
                  <a:pt x="69647" y="117589"/>
                </a:cubicBezTo>
                <a:cubicBezTo>
                  <a:pt x="76350" y="115646"/>
                  <a:pt x="82953" y="111733"/>
                  <a:pt x="82953" y="104059"/>
                </a:cubicBezTo>
                <a:lnTo>
                  <a:pt x="82953" y="93917"/>
                </a:lnTo>
                <a:lnTo>
                  <a:pt x="56365" y="93917"/>
                </a:lnTo>
                <a:lnTo>
                  <a:pt x="56365" y="90528"/>
                </a:lnTo>
                <a:lnTo>
                  <a:pt x="96284" y="90528"/>
                </a:lnTo>
                <a:cubicBezTo>
                  <a:pt x="104034" y="90528"/>
                  <a:pt x="106899" y="85121"/>
                  <a:pt x="109590" y="77022"/>
                </a:cubicBezTo>
                <a:cubicBezTo>
                  <a:pt x="112381" y="68675"/>
                  <a:pt x="112257" y="60651"/>
                  <a:pt x="109590" y="49961"/>
                </a:cubicBezTo>
                <a:close/>
                <a:moveTo>
                  <a:pt x="71316" y="110811"/>
                </a:moveTo>
                <a:cubicBezTo>
                  <a:pt x="69420" y="110944"/>
                  <a:pt x="67607" y="110008"/>
                  <a:pt x="66619" y="108384"/>
                </a:cubicBezTo>
                <a:cubicBezTo>
                  <a:pt x="65630" y="106760"/>
                  <a:pt x="65630" y="104721"/>
                  <a:pt x="66619" y="103097"/>
                </a:cubicBezTo>
                <a:cubicBezTo>
                  <a:pt x="67607" y="101473"/>
                  <a:pt x="69420" y="100537"/>
                  <a:pt x="71316" y="100670"/>
                </a:cubicBezTo>
                <a:cubicBezTo>
                  <a:pt x="73213" y="100537"/>
                  <a:pt x="75025" y="101473"/>
                  <a:pt x="76013" y="103097"/>
                </a:cubicBezTo>
                <a:cubicBezTo>
                  <a:pt x="77002" y="104721"/>
                  <a:pt x="77002" y="106760"/>
                  <a:pt x="76013" y="108384"/>
                </a:cubicBezTo>
                <a:cubicBezTo>
                  <a:pt x="75025" y="110008"/>
                  <a:pt x="73213" y="110944"/>
                  <a:pt x="71316" y="110811"/>
                </a:cubicBezTo>
                <a:close/>
                <a:moveTo>
                  <a:pt x="41813" y="61822"/>
                </a:moveTo>
                <a:lnTo>
                  <a:pt x="68426" y="61822"/>
                </a:lnTo>
                <a:cubicBezTo>
                  <a:pt x="75826" y="61822"/>
                  <a:pt x="81732" y="55717"/>
                  <a:pt x="81732" y="48292"/>
                </a:cubicBezTo>
                <a:lnTo>
                  <a:pt x="81732" y="22900"/>
                </a:lnTo>
                <a:cubicBezTo>
                  <a:pt x="81732" y="15674"/>
                  <a:pt x="75652" y="10266"/>
                  <a:pt x="68426" y="9045"/>
                </a:cubicBezTo>
                <a:cubicBezTo>
                  <a:pt x="59505" y="7575"/>
                  <a:pt x="49812" y="7650"/>
                  <a:pt x="41813" y="9070"/>
                </a:cubicBezTo>
                <a:cubicBezTo>
                  <a:pt x="30550" y="11064"/>
                  <a:pt x="28506" y="15225"/>
                  <a:pt x="28506" y="22925"/>
                </a:cubicBezTo>
                <a:lnTo>
                  <a:pt x="28506" y="33067"/>
                </a:lnTo>
                <a:lnTo>
                  <a:pt x="55144" y="33067"/>
                </a:lnTo>
                <a:lnTo>
                  <a:pt x="55144" y="36455"/>
                </a:lnTo>
                <a:lnTo>
                  <a:pt x="18514" y="36455"/>
                </a:lnTo>
                <a:cubicBezTo>
                  <a:pt x="10765" y="36455"/>
                  <a:pt x="3987" y="41115"/>
                  <a:pt x="1869" y="49961"/>
                </a:cubicBezTo>
                <a:cubicBezTo>
                  <a:pt x="-573" y="60103"/>
                  <a:pt x="-673" y="66432"/>
                  <a:pt x="1869" y="77022"/>
                </a:cubicBezTo>
                <a:cubicBezTo>
                  <a:pt x="3763" y="84896"/>
                  <a:pt x="8273" y="90528"/>
                  <a:pt x="16022" y="90528"/>
                </a:cubicBezTo>
                <a:lnTo>
                  <a:pt x="25167" y="90528"/>
                </a:lnTo>
                <a:lnTo>
                  <a:pt x="25167" y="78368"/>
                </a:lnTo>
                <a:cubicBezTo>
                  <a:pt x="25167" y="69572"/>
                  <a:pt x="32767" y="61822"/>
                  <a:pt x="41813" y="61822"/>
                </a:cubicBezTo>
                <a:close/>
                <a:moveTo>
                  <a:pt x="40168" y="16122"/>
                </a:moveTo>
                <a:cubicBezTo>
                  <a:pt x="42974" y="16122"/>
                  <a:pt x="45252" y="18400"/>
                  <a:pt x="45252" y="21205"/>
                </a:cubicBezTo>
                <a:cubicBezTo>
                  <a:pt x="45252" y="24011"/>
                  <a:pt x="42974" y="26289"/>
                  <a:pt x="40168" y="26289"/>
                </a:cubicBezTo>
                <a:cubicBezTo>
                  <a:pt x="37363" y="26289"/>
                  <a:pt x="35085" y="24011"/>
                  <a:pt x="35085" y="21205"/>
                </a:cubicBezTo>
                <a:cubicBezTo>
                  <a:pt x="35085" y="18400"/>
                  <a:pt x="37363" y="16122"/>
                  <a:pt x="40168" y="16122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59" name="Text 57"/>
          <p:cNvSpPr/>
          <p:nvPr/>
        </p:nvSpPr>
        <p:spPr>
          <a:xfrm>
            <a:off x="6876938" y="1811393"/>
            <a:ext cx="133960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76938" y="2002765"/>
            <a:ext cx="133960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language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66612" y="2385509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62298" y="2513091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3776AB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565958" y="2608777"/>
            <a:ext cx="111634" cy="127581"/>
          </a:xfrm>
          <a:custGeom>
            <a:avLst/>
            <a:gdLst/>
            <a:ahLst/>
            <a:cxnLst/>
            <a:rect l="l" t="t" r="r" b="b"/>
            <a:pathLst>
              <a:path w="111634" h="127581">
                <a:moveTo>
                  <a:pt x="71765" y="0"/>
                </a:moveTo>
                <a:lnTo>
                  <a:pt x="31895" y="0"/>
                </a:lnTo>
                <a:cubicBezTo>
                  <a:pt x="27485" y="0"/>
                  <a:pt x="23922" y="3563"/>
                  <a:pt x="23922" y="7974"/>
                </a:cubicBezTo>
                <a:cubicBezTo>
                  <a:pt x="23922" y="12384"/>
                  <a:pt x="27485" y="15948"/>
                  <a:pt x="31895" y="15948"/>
                </a:cubicBezTo>
                <a:lnTo>
                  <a:pt x="31895" y="53699"/>
                </a:lnTo>
                <a:lnTo>
                  <a:pt x="1869" y="106226"/>
                </a:lnTo>
                <a:cubicBezTo>
                  <a:pt x="648" y="108394"/>
                  <a:pt x="0" y="110811"/>
                  <a:pt x="0" y="113303"/>
                </a:cubicBezTo>
                <a:cubicBezTo>
                  <a:pt x="0" y="121202"/>
                  <a:pt x="6379" y="127581"/>
                  <a:pt x="14278" y="127581"/>
                </a:cubicBezTo>
                <a:lnTo>
                  <a:pt x="97356" y="127581"/>
                </a:lnTo>
                <a:cubicBezTo>
                  <a:pt x="105230" y="127581"/>
                  <a:pt x="111634" y="121202"/>
                  <a:pt x="111634" y="113303"/>
                </a:cubicBezTo>
                <a:cubicBezTo>
                  <a:pt x="111634" y="110811"/>
                  <a:pt x="110986" y="108369"/>
                  <a:pt x="109765" y="106226"/>
                </a:cubicBezTo>
                <a:lnTo>
                  <a:pt x="79738" y="53699"/>
                </a:lnTo>
                <a:lnTo>
                  <a:pt x="79738" y="15948"/>
                </a:lnTo>
                <a:cubicBezTo>
                  <a:pt x="84149" y="15948"/>
                  <a:pt x="87712" y="12384"/>
                  <a:pt x="87712" y="7974"/>
                </a:cubicBezTo>
                <a:cubicBezTo>
                  <a:pt x="87712" y="3563"/>
                  <a:pt x="84149" y="0"/>
                  <a:pt x="79738" y="0"/>
                </a:cubicBezTo>
                <a:lnTo>
                  <a:pt x="71765" y="0"/>
                </a:lnTo>
                <a:close/>
                <a:moveTo>
                  <a:pt x="47843" y="53699"/>
                </a:moveTo>
                <a:lnTo>
                  <a:pt x="47843" y="15948"/>
                </a:lnTo>
                <a:lnTo>
                  <a:pt x="63791" y="15948"/>
                </a:lnTo>
                <a:lnTo>
                  <a:pt x="63791" y="53699"/>
                </a:lnTo>
                <a:cubicBezTo>
                  <a:pt x="63791" y="56465"/>
                  <a:pt x="64513" y="59206"/>
                  <a:pt x="65884" y="61623"/>
                </a:cubicBezTo>
                <a:lnTo>
                  <a:pt x="76250" y="79738"/>
                </a:lnTo>
                <a:lnTo>
                  <a:pt x="35384" y="79738"/>
                </a:lnTo>
                <a:lnTo>
                  <a:pt x="45750" y="61623"/>
                </a:lnTo>
                <a:cubicBezTo>
                  <a:pt x="47120" y="59206"/>
                  <a:pt x="47843" y="56490"/>
                  <a:pt x="47843" y="53699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64" name="Text 62"/>
          <p:cNvSpPr/>
          <p:nvPr/>
        </p:nvSpPr>
        <p:spPr>
          <a:xfrm>
            <a:off x="6876938" y="2481195"/>
            <a:ext cx="98078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76938" y="2672567"/>
            <a:ext cx="98078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framework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66612" y="3055312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462298" y="3182893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3776AB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557984" y="3278579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87687" y="69771"/>
                </a:moveTo>
                <a:lnTo>
                  <a:pt x="40118" y="69771"/>
                </a:lnTo>
                <a:cubicBezTo>
                  <a:pt x="40841" y="85843"/>
                  <a:pt x="44404" y="100645"/>
                  <a:pt x="49463" y="111484"/>
                </a:cubicBezTo>
                <a:cubicBezTo>
                  <a:pt x="52303" y="117589"/>
                  <a:pt x="55368" y="121900"/>
                  <a:pt x="58209" y="124541"/>
                </a:cubicBezTo>
                <a:cubicBezTo>
                  <a:pt x="61000" y="127158"/>
                  <a:pt x="62919" y="127581"/>
                  <a:pt x="63915" y="127581"/>
                </a:cubicBezTo>
                <a:cubicBezTo>
                  <a:pt x="64912" y="127581"/>
                  <a:pt x="66831" y="127158"/>
                  <a:pt x="69622" y="124541"/>
                </a:cubicBezTo>
                <a:cubicBezTo>
                  <a:pt x="72462" y="121900"/>
                  <a:pt x="75527" y="117564"/>
                  <a:pt x="78368" y="111484"/>
                </a:cubicBezTo>
                <a:cubicBezTo>
                  <a:pt x="83426" y="100645"/>
                  <a:pt x="86990" y="85843"/>
                  <a:pt x="87712" y="69771"/>
                </a:cubicBezTo>
                <a:close/>
                <a:moveTo>
                  <a:pt x="40093" y="57810"/>
                </a:moveTo>
                <a:lnTo>
                  <a:pt x="87662" y="57810"/>
                </a:lnTo>
                <a:cubicBezTo>
                  <a:pt x="86965" y="41738"/>
                  <a:pt x="83401" y="26937"/>
                  <a:pt x="78343" y="16097"/>
                </a:cubicBezTo>
                <a:cubicBezTo>
                  <a:pt x="75502" y="10017"/>
                  <a:pt x="72437" y="5681"/>
                  <a:pt x="69597" y="3040"/>
                </a:cubicBezTo>
                <a:cubicBezTo>
                  <a:pt x="66806" y="424"/>
                  <a:pt x="64887" y="0"/>
                  <a:pt x="63890" y="0"/>
                </a:cubicBezTo>
                <a:cubicBezTo>
                  <a:pt x="62894" y="0"/>
                  <a:pt x="60975" y="424"/>
                  <a:pt x="58184" y="3040"/>
                </a:cubicBezTo>
                <a:cubicBezTo>
                  <a:pt x="55343" y="5681"/>
                  <a:pt x="52278" y="10017"/>
                  <a:pt x="49438" y="16097"/>
                </a:cubicBezTo>
                <a:cubicBezTo>
                  <a:pt x="44379" y="26937"/>
                  <a:pt x="40816" y="41738"/>
                  <a:pt x="40093" y="57810"/>
                </a:cubicBezTo>
                <a:close/>
                <a:moveTo>
                  <a:pt x="28133" y="57810"/>
                </a:moveTo>
                <a:cubicBezTo>
                  <a:pt x="29005" y="36480"/>
                  <a:pt x="34512" y="16670"/>
                  <a:pt x="42560" y="3663"/>
                </a:cubicBezTo>
                <a:cubicBezTo>
                  <a:pt x="19611" y="11786"/>
                  <a:pt x="2716" y="32693"/>
                  <a:pt x="374" y="57810"/>
                </a:cubicBezTo>
                <a:lnTo>
                  <a:pt x="28133" y="57810"/>
                </a:lnTo>
                <a:close/>
                <a:moveTo>
                  <a:pt x="374" y="69771"/>
                </a:moveTo>
                <a:cubicBezTo>
                  <a:pt x="2716" y="94889"/>
                  <a:pt x="19611" y="115795"/>
                  <a:pt x="42560" y="123918"/>
                </a:cubicBezTo>
                <a:cubicBezTo>
                  <a:pt x="34512" y="110911"/>
                  <a:pt x="29005" y="91101"/>
                  <a:pt x="28133" y="69771"/>
                </a:cubicBezTo>
                <a:lnTo>
                  <a:pt x="374" y="69771"/>
                </a:lnTo>
                <a:close/>
                <a:moveTo>
                  <a:pt x="99648" y="69771"/>
                </a:moveTo>
                <a:cubicBezTo>
                  <a:pt x="98776" y="91101"/>
                  <a:pt x="93269" y="110911"/>
                  <a:pt x="85220" y="123918"/>
                </a:cubicBezTo>
                <a:cubicBezTo>
                  <a:pt x="108170" y="115770"/>
                  <a:pt x="125065" y="94889"/>
                  <a:pt x="127407" y="69771"/>
                </a:cubicBezTo>
                <a:lnTo>
                  <a:pt x="99648" y="69771"/>
                </a:lnTo>
                <a:close/>
                <a:moveTo>
                  <a:pt x="127407" y="57810"/>
                </a:moveTo>
                <a:cubicBezTo>
                  <a:pt x="125065" y="32693"/>
                  <a:pt x="108170" y="11786"/>
                  <a:pt x="85220" y="3663"/>
                </a:cubicBezTo>
                <a:cubicBezTo>
                  <a:pt x="93269" y="16670"/>
                  <a:pt x="98776" y="36480"/>
                  <a:pt x="99648" y="57810"/>
                </a:cubicBezTo>
                <a:lnTo>
                  <a:pt x="127407" y="57810"/>
                </a:ln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69" name="Text 67"/>
          <p:cNvSpPr/>
          <p:nvPr/>
        </p:nvSpPr>
        <p:spPr>
          <a:xfrm>
            <a:off x="6876938" y="3150998"/>
            <a:ext cx="1219997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Flask-CORS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876938" y="3342370"/>
            <a:ext cx="1219997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Cross-origin support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66612" y="3725114"/>
            <a:ext cx="5342472" cy="574116"/>
          </a:xfrm>
          <a:custGeom>
            <a:avLst/>
            <a:gdLst/>
            <a:ahLst/>
            <a:cxnLst/>
            <a:rect l="l" t="t" r="r" b="b"/>
            <a:pathLst>
              <a:path w="5342472" h="574116">
                <a:moveTo>
                  <a:pt x="95688" y="0"/>
                </a:moveTo>
                <a:lnTo>
                  <a:pt x="5246784" y="0"/>
                </a:lnTo>
                <a:cubicBezTo>
                  <a:pt x="5299631" y="0"/>
                  <a:pt x="5342472" y="42841"/>
                  <a:pt x="5342472" y="95688"/>
                </a:cubicBezTo>
                <a:lnTo>
                  <a:pt x="5342472" y="478428"/>
                </a:lnTo>
                <a:cubicBezTo>
                  <a:pt x="5342472" y="531275"/>
                  <a:pt x="5299631" y="574116"/>
                  <a:pt x="5246784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462298" y="3852696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3776AB">
              <a:alpha val="2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565958" y="3948382"/>
            <a:ext cx="111634" cy="127581"/>
          </a:xfrm>
          <a:custGeom>
            <a:avLst/>
            <a:gdLst/>
            <a:ahLst/>
            <a:cxnLst/>
            <a:rect l="l" t="t" r="r" b="b"/>
            <a:pathLst>
              <a:path w="111634" h="127581">
                <a:moveTo>
                  <a:pt x="31895" y="-7974"/>
                </a:moveTo>
                <a:cubicBezTo>
                  <a:pt x="36306" y="-7974"/>
                  <a:pt x="39869" y="-4411"/>
                  <a:pt x="39869" y="0"/>
                </a:cubicBezTo>
                <a:lnTo>
                  <a:pt x="39869" y="23922"/>
                </a:lnTo>
                <a:lnTo>
                  <a:pt x="71765" y="23922"/>
                </a:lnTo>
                <a:lnTo>
                  <a:pt x="71765" y="0"/>
                </a:lnTo>
                <a:cubicBezTo>
                  <a:pt x="71765" y="-4411"/>
                  <a:pt x="75328" y="-7974"/>
                  <a:pt x="79738" y="-7974"/>
                </a:cubicBezTo>
                <a:cubicBezTo>
                  <a:pt x="84149" y="-7974"/>
                  <a:pt x="87712" y="-4411"/>
                  <a:pt x="87712" y="0"/>
                </a:cubicBezTo>
                <a:lnTo>
                  <a:pt x="87712" y="23922"/>
                </a:lnTo>
                <a:lnTo>
                  <a:pt x="103660" y="23922"/>
                </a:lnTo>
                <a:cubicBezTo>
                  <a:pt x="108070" y="23922"/>
                  <a:pt x="111634" y="27485"/>
                  <a:pt x="111634" y="31895"/>
                </a:cubicBezTo>
                <a:cubicBezTo>
                  <a:pt x="111634" y="36306"/>
                  <a:pt x="108070" y="39869"/>
                  <a:pt x="103660" y="39869"/>
                </a:cubicBezTo>
                <a:lnTo>
                  <a:pt x="103660" y="55817"/>
                </a:lnTo>
                <a:cubicBezTo>
                  <a:pt x="103660" y="79514"/>
                  <a:pt x="86416" y="99200"/>
                  <a:pt x="63791" y="102987"/>
                </a:cubicBezTo>
                <a:lnTo>
                  <a:pt x="63791" y="119608"/>
                </a:lnTo>
                <a:cubicBezTo>
                  <a:pt x="63791" y="124018"/>
                  <a:pt x="60227" y="127581"/>
                  <a:pt x="55817" y="127581"/>
                </a:cubicBezTo>
                <a:cubicBezTo>
                  <a:pt x="51406" y="127581"/>
                  <a:pt x="47843" y="124018"/>
                  <a:pt x="47843" y="119608"/>
                </a:cubicBezTo>
                <a:lnTo>
                  <a:pt x="47843" y="102987"/>
                </a:lnTo>
                <a:cubicBezTo>
                  <a:pt x="25217" y="99200"/>
                  <a:pt x="7974" y="79514"/>
                  <a:pt x="7974" y="55817"/>
                </a:cubicBezTo>
                <a:lnTo>
                  <a:pt x="7974" y="39869"/>
                </a:lnTo>
                <a:cubicBezTo>
                  <a:pt x="3563" y="39869"/>
                  <a:pt x="0" y="36306"/>
                  <a:pt x="0" y="31895"/>
                </a:cubicBezTo>
                <a:cubicBezTo>
                  <a:pt x="0" y="27485"/>
                  <a:pt x="3563" y="23922"/>
                  <a:pt x="7974" y="23922"/>
                </a:cubicBezTo>
                <a:lnTo>
                  <a:pt x="23922" y="23922"/>
                </a:lnTo>
                <a:lnTo>
                  <a:pt x="23922" y="0"/>
                </a:lnTo>
                <a:cubicBezTo>
                  <a:pt x="23922" y="-4411"/>
                  <a:pt x="27485" y="-7974"/>
                  <a:pt x="31895" y="-7974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74" name="Text 72"/>
          <p:cNvSpPr/>
          <p:nvPr/>
        </p:nvSpPr>
        <p:spPr>
          <a:xfrm>
            <a:off x="6876938" y="3820800"/>
            <a:ext cx="1283788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 / JSON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876938" y="4012172"/>
            <a:ext cx="1283788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exchange format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91188" y="4586289"/>
            <a:ext cx="5677373" cy="2136989"/>
          </a:xfrm>
          <a:custGeom>
            <a:avLst/>
            <a:gdLst/>
            <a:ahLst/>
            <a:cxnLst/>
            <a:rect l="l" t="t" r="r" b="b"/>
            <a:pathLst>
              <a:path w="5677373" h="2136989">
                <a:moveTo>
                  <a:pt x="31895" y="0"/>
                </a:moveTo>
                <a:lnTo>
                  <a:pt x="5549795" y="0"/>
                </a:lnTo>
                <a:cubicBezTo>
                  <a:pt x="5620255" y="0"/>
                  <a:pt x="5677373" y="57119"/>
                  <a:pt x="5677373" y="127578"/>
                </a:cubicBezTo>
                <a:lnTo>
                  <a:pt x="5677373" y="2009411"/>
                </a:lnTo>
                <a:cubicBezTo>
                  <a:pt x="5677373" y="2079870"/>
                  <a:pt x="5620255" y="2136989"/>
                  <a:pt x="5549795" y="2136989"/>
                </a:cubicBezTo>
                <a:lnTo>
                  <a:pt x="31895" y="2136989"/>
                </a:lnTo>
                <a:cubicBezTo>
                  <a:pt x="14280" y="2136989"/>
                  <a:pt x="0" y="2122709"/>
                  <a:pt x="0" y="2105094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gradFill flip="none" rotWithShape="1">
            <a:gsLst>
              <a:gs pos="0">
                <a:srgbClr val="E34F26">
                  <a:alpha val="10000"/>
                </a:srgbClr>
              </a:gs>
              <a:gs pos="100000">
                <a:srgbClr val="E34F2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77" name="Shape 75"/>
          <p:cNvSpPr/>
          <p:nvPr/>
        </p:nvSpPr>
        <p:spPr>
          <a:xfrm>
            <a:off x="6191188" y="4586289"/>
            <a:ext cx="31895" cy="2136989"/>
          </a:xfrm>
          <a:custGeom>
            <a:avLst/>
            <a:gdLst/>
            <a:ahLst/>
            <a:cxnLst/>
            <a:rect l="l" t="t" r="r" b="b"/>
            <a:pathLst>
              <a:path w="31895" h="2136989">
                <a:moveTo>
                  <a:pt x="31895" y="0"/>
                </a:moveTo>
                <a:lnTo>
                  <a:pt x="31895" y="0"/>
                </a:lnTo>
                <a:lnTo>
                  <a:pt x="31895" y="2136989"/>
                </a:lnTo>
                <a:lnTo>
                  <a:pt x="31895" y="2136989"/>
                </a:lnTo>
                <a:cubicBezTo>
                  <a:pt x="14280" y="2136989"/>
                  <a:pt x="0" y="2122709"/>
                  <a:pt x="0" y="2105094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E34F26"/>
          </a:solidFill>
          <a:ln/>
        </p:spPr>
      </p:sp>
      <p:sp>
        <p:nvSpPr>
          <p:cNvPr id="78" name="Shape 76"/>
          <p:cNvSpPr/>
          <p:nvPr/>
        </p:nvSpPr>
        <p:spPr>
          <a:xfrm>
            <a:off x="6366612" y="4745766"/>
            <a:ext cx="446535" cy="446535"/>
          </a:xfrm>
          <a:custGeom>
            <a:avLst/>
            <a:gdLst/>
            <a:ahLst/>
            <a:cxnLst/>
            <a:rect l="l" t="t" r="r" b="b"/>
            <a:pathLst>
              <a:path w="446535" h="446535">
                <a:moveTo>
                  <a:pt x="95688" y="0"/>
                </a:moveTo>
                <a:lnTo>
                  <a:pt x="350847" y="0"/>
                </a:lnTo>
                <a:cubicBezTo>
                  <a:pt x="403659" y="0"/>
                  <a:pt x="446535" y="42876"/>
                  <a:pt x="446535" y="95688"/>
                </a:cubicBezTo>
                <a:lnTo>
                  <a:pt x="446535" y="350847"/>
                </a:lnTo>
                <a:cubicBezTo>
                  <a:pt x="446535" y="403659"/>
                  <a:pt x="403659" y="446535"/>
                  <a:pt x="350847" y="446535"/>
                </a:cubicBezTo>
                <a:lnTo>
                  <a:pt x="95688" y="446535"/>
                </a:lnTo>
                <a:cubicBezTo>
                  <a:pt x="42876" y="446535"/>
                  <a:pt x="0" y="403659"/>
                  <a:pt x="0" y="350847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E34F26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472266" y="4849425"/>
            <a:ext cx="239215" cy="239215"/>
          </a:xfrm>
          <a:custGeom>
            <a:avLst/>
            <a:gdLst/>
            <a:ahLst/>
            <a:cxnLst/>
            <a:rect l="l" t="t" r="r" b="b"/>
            <a:pathLst>
              <a:path w="239215" h="239215">
                <a:moveTo>
                  <a:pt x="29902" y="14951"/>
                </a:moveTo>
                <a:cubicBezTo>
                  <a:pt x="13409" y="14951"/>
                  <a:pt x="0" y="28360"/>
                  <a:pt x="0" y="44853"/>
                </a:cubicBezTo>
                <a:lnTo>
                  <a:pt x="0" y="164460"/>
                </a:lnTo>
                <a:cubicBezTo>
                  <a:pt x="0" y="180953"/>
                  <a:pt x="13409" y="194362"/>
                  <a:pt x="29902" y="194362"/>
                </a:cubicBezTo>
                <a:lnTo>
                  <a:pt x="97181" y="194362"/>
                </a:lnTo>
                <a:lnTo>
                  <a:pt x="89706" y="216789"/>
                </a:lnTo>
                <a:lnTo>
                  <a:pt x="56066" y="216789"/>
                </a:lnTo>
                <a:cubicBezTo>
                  <a:pt x="49852" y="216789"/>
                  <a:pt x="44853" y="221788"/>
                  <a:pt x="44853" y="228002"/>
                </a:cubicBezTo>
                <a:cubicBezTo>
                  <a:pt x="44853" y="234216"/>
                  <a:pt x="49852" y="239215"/>
                  <a:pt x="56066" y="239215"/>
                </a:cubicBezTo>
                <a:lnTo>
                  <a:pt x="183149" y="239215"/>
                </a:lnTo>
                <a:cubicBezTo>
                  <a:pt x="189363" y="239215"/>
                  <a:pt x="194362" y="234216"/>
                  <a:pt x="194362" y="228002"/>
                </a:cubicBezTo>
                <a:cubicBezTo>
                  <a:pt x="194362" y="221788"/>
                  <a:pt x="189363" y="216789"/>
                  <a:pt x="183149" y="216789"/>
                </a:cubicBezTo>
                <a:lnTo>
                  <a:pt x="149509" y="216789"/>
                </a:lnTo>
                <a:lnTo>
                  <a:pt x="142034" y="194362"/>
                </a:lnTo>
                <a:lnTo>
                  <a:pt x="209313" y="194362"/>
                </a:lnTo>
                <a:cubicBezTo>
                  <a:pt x="225806" y="194362"/>
                  <a:pt x="239215" y="180953"/>
                  <a:pt x="239215" y="164460"/>
                </a:cubicBezTo>
                <a:lnTo>
                  <a:pt x="239215" y="44853"/>
                </a:lnTo>
                <a:cubicBezTo>
                  <a:pt x="239215" y="28360"/>
                  <a:pt x="225806" y="14951"/>
                  <a:pt x="209313" y="14951"/>
                </a:cubicBezTo>
                <a:lnTo>
                  <a:pt x="29902" y="14951"/>
                </a:lnTo>
                <a:close/>
                <a:moveTo>
                  <a:pt x="44853" y="44853"/>
                </a:moveTo>
                <a:lnTo>
                  <a:pt x="194362" y="44853"/>
                </a:lnTo>
                <a:cubicBezTo>
                  <a:pt x="202632" y="44853"/>
                  <a:pt x="209313" y="51534"/>
                  <a:pt x="209313" y="59804"/>
                </a:cubicBezTo>
                <a:lnTo>
                  <a:pt x="209313" y="134559"/>
                </a:lnTo>
                <a:cubicBezTo>
                  <a:pt x="209313" y="142828"/>
                  <a:pt x="202632" y="149509"/>
                  <a:pt x="194362" y="149509"/>
                </a:cubicBezTo>
                <a:lnTo>
                  <a:pt x="44853" y="149509"/>
                </a:lnTo>
                <a:cubicBezTo>
                  <a:pt x="36583" y="149509"/>
                  <a:pt x="29902" y="142828"/>
                  <a:pt x="29902" y="134559"/>
                </a:cubicBezTo>
                <a:lnTo>
                  <a:pt x="29902" y="59804"/>
                </a:lnTo>
                <a:cubicBezTo>
                  <a:pt x="29902" y="51534"/>
                  <a:pt x="36583" y="44853"/>
                  <a:pt x="44853" y="44853"/>
                </a:cubicBezTo>
                <a:close/>
              </a:path>
            </a:pathLst>
          </a:custGeom>
          <a:solidFill>
            <a:srgbClr val="E34F26"/>
          </a:solidFill>
          <a:ln/>
        </p:spPr>
      </p:sp>
      <p:sp>
        <p:nvSpPr>
          <p:cNvPr id="80" name="Text 78"/>
          <p:cNvSpPr/>
          <p:nvPr/>
        </p:nvSpPr>
        <p:spPr>
          <a:xfrm>
            <a:off x="6908833" y="4841452"/>
            <a:ext cx="861175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66612" y="5319882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502167" y="5527202"/>
            <a:ext cx="119608" cy="159477"/>
          </a:xfrm>
          <a:custGeom>
            <a:avLst/>
            <a:gdLst/>
            <a:ahLst/>
            <a:cxnLst/>
            <a:rect l="l" t="t" r="r" b="b"/>
            <a:pathLst>
              <a:path w="119608" h="159477">
                <a:moveTo>
                  <a:pt x="0" y="9967"/>
                </a:moveTo>
                <a:lnTo>
                  <a:pt x="10871" y="133250"/>
                </a:lnTo>
                <a:lnTo>
                  <a:pt x="59648" y="149509"/>
                </a:lnTo>
                <a:lnTo>
                  <a:pt x="108737" y="133250"/>
                </a:lnTo>
                <a:lnTo>
                  <a:pt x="119608" y="9967"/>
                </a:lnTo>
                <a:lnTo>
                  <a:pt x="0" y="9967"/>
                </a:lnTo>
                <a:close/>
                <a:moveTo>
                  <a:pt x="95998" y="49805"/>
                </a:moveTo>
                <a:lnTo>
                  <a:pt x="38748" y="49805"/>
                </a:lnTo>
                <a:lnTo>
                  <a:pt x="40025" y="65192"/>
                </a:lnTo>
                <a:lnTo>
                  <a:pt x="94720" y="65192"/>
                </a:lnTo>
                <a:lnTo>
                  <a:pt x="90484" y="111416"/>
                </a:lnTo>
                <a:lnTo>
                  <a:pt x="59991" y="119826"/>
                </a:lnTo>
                <a:lnTo>
                  <a:pt x="59991" y="119919"/>
                </a:lnTo>
                <a:lnTo>
                  <a:pt x="59648" y="119919"/>
                </a:lnTo>
                <a:lnTo>
                  <a:pt x="28905" y="111416"/>
                </a:lnTo>
                <a:lnTo>
                  <a:pt x="27036" y="87806"/>
                </a:lnTo>
                <a:lnTo>
                  <a:pt x="41894" y="87806"/>
                </a:lnTo>
                <a:lnTo>
                  <a:pt x="42984" y="99673"/>
                </a:lnTo>
                <a:lnTo>
                  <a:pt x="59648" y="104189"/>
                </a:lnTo>
                <a:lnTo>
                  <a:pt x="76374" y="99673"/>
                </a:lnTo>
                <a:lnTo>
                  <a:pt x="78243" y="80299"/>
                </a:lnTo>
                <a:lnTo>
                  <a:pt x="26258" y="80299"/>
                </a:lnTo>
                <a:lnTo>
                  <a:pt x="22271" y="34948"/>
                </a:lnTo>
                <a:lnTo>
                  <a:pt x="97368" y="34948"/>
                </a:lnTo>
                <a:lnTo>
                  <a:pt x="95998" y="49805"/>
                </a:lnTo>
                <a:close/>
              </a:path>
            </a:pathLst>
          </a:custGeom>
          <a:solidFill>
            <a:srgbClr val="E34F26"/>
          </a:solidFill>
          <a:ln/>
        </p:spPr>
      </p:sp>
      <p:sp>
        <p:nvSpPr>
          <p:cNvPr id="83" name="Text 81"/>
          <p:cNvSpPr/>
          <p:nvPr/>
        </p:nvSpPr>
        <p:spPr>
          <a:xfrm>
            <a:off x="6725435" y="5415568"/>
            <a:ext cx="58209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725435" y="5606940"/>
            <a:ext cx="58209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087436" y="5319882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9222991" y="5527202"/>
            <a:ext cx="119608" cy="159477"/>
          </a:xfrm>
          <a:custGeom>
            <a:avLst/>
            <a:gdLst/>
            <a:ahLst/>
            <a:cxnLst/>
            <a:rect l="l" t="t" r="r" b="b"/>
            <a:pathLst>
              <a:path w="119608" h="159477">
                <a:moveTo>
                  <a:pt x="0" y="9967"/>
                </a:moveTo>
                <a:lnTo>
                  <a:pt x="10871" y="133250"/>
                </a:lnTo>
                <a:lnTo>
                  <a:pt x="59804" y="149509"/>
                </a:lnTo>
                <a:lnTo>
                  <a:pt x="108737" y="133250"/>
                </a:lnTo>
                <a:lnTo>
                  <a:pt x="119608" y="9967"/>
                </a:lnTo>
                <a:lnTo>
                  <a:pt x="0" y="9967"/>
                </a:lnTo>
                <a:close/>
                <a:moveTo>
                  <a:pt x="97524" y="34886"/>
                </a:moveTo>
                <a:lnTo>
                  <a:pt x="96029" y="49618"/>
                </a:lnTo>
                <a:lnTo>
                  <a:pt x="60115" y="64974"/>
                </a:lnTo>
                <a:lnTo>
                  <a:pt x="60022" y="65005"/>
                </a:lnTo>
                <a:lnTo>
                  <a:pt x="94752" y="65005"/>
                </a:lnTo>
                <a:lnTo>
                  <a:pt x="90765" y="110668"/>
                </a:lnTo>
                <a:lnTo>
                  <a:pt x="60178" y="119608"/>
                </a:lnTo>
                <a:lnTo>
                  <a:pt x="29404" y="110512"/>
                </a:lnTo>
                <a:lnTo>
                  <a:pt x="27410" y="87494"/>
                </a:lnTo>
                <a:lnTo>
                  <a:pt x="42641" y="87494"/>
                </a:lnTo>
                <a:lnTo>
                  <a:pt x="43638" y="99424"/>
                </a:lnTo>
                <a:lnTo>
                  <a:pt x="60022" y="103566"/>
                </a:lnTo>
                <a:lnTo>
                  <a:pt x="77060" y="98770"/>
                </a:lnTo>
                <a:lnTo>
                  <a:pt x="78212" y="79583"/>
                </a:lnTo>
                <a:lnTo>
                  <a:pt x="26413" y="79427"/>
                </a:lnTo>
                <a:lnTo>
                  <a:pt x="26413" y="79396"/>
                </a:lnTo>
                <a:lnTo>
                  <a:pt x="26351" y="79427"/>
                </a:lnTo>
                <a:lnTo>
                  <a:pt x="25230" y="65005"/>
                </a:lnTo>
                <a:lnTo>
                  <a:pt x="60146" y="50459"/>
                </a:lnTo>
                <a:lnTo>
                  <a:pt x="62171" y="49618"/>
                </a:lnTo>
                <a:lnTo>
                  <a:pt x="23890" y="49618"/>
                </a:lnTo>
                <a:lnTo>
                  <a:pt x="22084" y="34886"/>
                </a:lnTo>
                <a:lnTo>
                  <a:pt x="97524" y="34886"/>
                </a:lnTo>
                <a:close/>
              </a:path>
            </a:pathLst>
          </a:custGeom>
          <a:solidFill>
            <a:srgbClr val="1572B6"/>
          </a:solidFill>
          <a:ln/>
        </p:spPr>
      </p:sp>
      <p:sp>
        <p:nvSpPr>
          <p:cNvPr id="87" name="Text 85"/>
          <p:cNvSpPr/>
          <p:nvPr/>
        </p:nvSpPr>
        <p:spPr>
          <a:xfrm>
            <a:off x="9446258" y="5415568"/>
            <a:ext cx="43856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CSS3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446258" y="5606940"/>
            <a:ext cx="43856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Styling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366612" y="5989684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492200" y="6197004"/>
            <a:ext cx="139542" cy="159477"/>
          </a:xfrm>
          <a:custGeom>
            <a:avLst/>
            <a:gdLst/>
            <a:ahLst/>
            <a:cxnLst/>
            <a:rect l="l" t="t" r="r" b="b"/>
            <a:pathLst>
              <a:path w="139542" h="159477">
                <a:moveTo>
                  <a:pt x="0" y="9967"/>
                </a:moveTo>
                <a:lnTo>
                  <a:pt x="0" y="149509"/>
                </a:lnTo>
                <a:lnTo>
                  <a:pt x="139542" y="149509"/>
                </a:lnTo>
                <a:lnTo>
                  <a:pt x="139542" y="9967"/>
                </a:lnTo>
                <a:lnTo>
                  <a:pt x="0" y="9967"/>
                </a:lnTo>
                <a:close/>
                <a:moveTo>
                  <a:pt x="75938" y="118798"/>
                </a:moveTo>
                <a:cubicBezTo>
                  <a:pt x="75938" y="132378"/>
                  <a:pt x="67965" y="138577"/>
                  <a:pt x="56346" y="138577"/>
                </a:cubicBezTo>
                <a:cubicBezTo>
                  <a:pt x="45850" y="138577"/>
                  <a:pt x="39776" y="133157"/>
                  <a:pt x="36661" y="126585"/>
                </a:cubicBezTo>
                <a:lnTo>
                  <a:pt x="47345" y="120137"/>
                </a:lnTo>
                <a:cubicBezTo>
                  <a:pt x="49400" y="123781"/>
                  <a:pt x="51269" y="126865"/>
                  <a:pt x="55786" y="126865"/>
                </a:cubicBezTo>
                <a:cubicBezTo>
                  <a:pt x="60084" y="126865"/>
                  <a:pt x="62825" y="125183"/>
                  <a:pt x="62825" y="118611"/>
                </a:cubicBezTo>
                <a:lnTo>
                  <a:pt x="62825" y="74038"/>
                </a:lnTo>
                <a:lnTo>
                  <a:pt x="75938" y="74038"/>
                </a:lnTo>
                <a:lnTo>
                  <a:pt x="75938" y="118798"/>
                </a:lnTo>
                <a:close/>
                <a:moveTo>
                  <a:pt x="106962" y="138577"/>
                </a:moveTo>
                <a:cubicBezTo>
                  <a:pt x="94783" y="138577"/>
                  <a:pt x="86902" y="132783"/>
                  <a:pt x="83071" y="125183"/>
                </a:cubicBezTo>
                <a:lnTo>
                  <a:pt x="93755" y="119016"/>
                </a:lnTo>
                <a:cubicBezTo>
                  <a:pt x="96558" y="123595"/>
                  <a:pt x="100234" y="126990"/>
                  <a:pt x="106681" y="126990"/>
                </a:cubicBezTo>
                <a:cubicBezTo>
                  <a:pt x="112101" y="126990"/>
                  <a:pt x="115590" y="124280"/>
                  <a:pt x="115590" y="120511"/>
                </a:cubicBezTo>
                <a:cubicBezTo>
                  <a:pt x="115590" y="116026"/>
                  <a:pt x="112039" y="114437"/>
                  <a:pt x="106027" y="111789"/>
                </a:cubicBezTo>
                <a:lnTo>
                  <a:pt x="102757" y="110388"/>
                </a:lnTo>
                <a:cubicBezTo>
                  <a:pt x="93288" y="106370"/>
                  <a:pt x="87027" y="101293"/>
                  <a:pt x="87027" y="90609"/>
                </a:cubicBezTo>
                <a:cubicBezTo>
                  <a:pt x="87027" y="80766"/>
                  <a:pt x="94534" y="73291"/>
                  <a:pt x="106214" y="73291"/>
                </a:cubicBezTo>
                <a:cubicBezTo>
                  <a:pt x="114562" y="73291"/>
                  <a:pt x="120542" y="76188"/>
                  <a:pt x="124840" y="83788"/>
                </a:cubicBezTo>
                <a:lnTo>
                  <a:pt x="114624" y="90329"/>
                </a:lnTo>
                <a:cubicBezTo>
                  <a:pt x="112381" y="86311"/>
                  <a:pt x="109952" y="84722"/>
                  <a:pt x="106183" y="84722"/>
                </a:cubicBezTo>
                <a:cubicBezTo>
                  <a:pt x="102352" y="84722"/>
                  <a:pt x="99922" y="87152"/>
                  <a:pt x="99922" y="90329"/>
                </a:cubicBezTo>
                <a:cubicBezTo>
                  <a:pt x="99922" y="94253"/>
                  <a:pt x="102352" y="95842"/>
                  <a:pt x="107989" y="98302"/>
                </a:cubicBezTo>
                <a:lnTo>
                  <a:pt x="111260" y="99704"/>
                </a:lnTo>
                <a:cubicBezTo>
                  <a:pt x="122411" y="104470"/>
                  <a:pt x="128672" y="109360"/>
                  <a:pt x="128672" y="120324"/>
                </a:cubicBezTo>
                <a:cubicBezTo>
                  <a:pt x="128672" y="132098"/>
                  <a:pt x="119390" y="138577"/>
                  <a:pt x="106962" y="138577"/>
                </a:cubicBezTo>
                <a:close/>
              </a:path>
            </a:pathLst>
          </a:custGeom>
          <a:solidFill>
            <a:srgbClr val="F7DF1E"/>
          </a:solidFill>
          <a:ln/>
        </p:spPr>
      </p:sp>
      <p:sp>
        <p:nvSpPr>
          <p:cNvPr id="91" name="Text 89"/>
          <p:cNvSpPr/>
          <p:nvPr/>
        </p:nvSpPr>
        <p:spPr>
          <a:xfrm>
            <a:off x="6725435" y="6085371"/>
            <a:ext cx="91699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ES6+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725435" y="6276743"/>
            <a:ext cx="91699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9087436" y="5989684"/>
            <a:ext cx="2623393" cy="574116"/>
          </a:xfrm>
          <a:custGeom>
            <a:avLst/>
            <a:gdLst/>
            <a:ahLst/>
            <a:cxnLst/>
            <a:rect l="l" t="t" r="r" b="b"/>
            <a:pathLst>
              <a:path w="2623393" h="574116">
                <a:moveTo>
                  <a:pt x="95688" y="0"/>
                </a:moveTo>
                <a:lnTo>
                  <a:pt x="2527705" y="0"/>
                </a:lnTo>
                <a:cubicBezTo>
                  <a:pt x="2580552" y="0"/>
                  <a:pt x="2623393" y="42841"/>
                  <a:pt x="2623393" y="95688"/>
                </a:cubicBezTo>
                <a:lnTo>
                  <a:pt x="2623393" y="478428"/>
                </a:lnTo>
                <a:cubicBezTo>
                  <a:pt x="2623393" y="531275"/>
                  <a:pt x="2580552" y="574116"/>
                  <a:pt x="2527705" y="574116"/>
                </a:cubicBezTo>
                <a:lnTo>
                  <a:pt x="95688" y="574116"/>
                </a:lnTo>
                <a:cubicBezTo>
                  <a:pt x="42841" y="574116"/>
                  <a:pt x="0" y="531275"/>
                  <a:pt x="0" y="478428"/>
                </a:cubicBezTo>
                <a:lnTo>
                  <a:pt x="0" y="95688"/>
                </a:lnTo>
                <a:cubicBezTo>
                  <a:pt x="0" y="42841"/>
                  <a:pt x="42841" y="0"/>
                  <a:pt x="95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9193089" y="6197004"/>
            <a:ext cx="179411" cy="159477"/>
          </a:xfrm>
          <a:custGeom>
            <a:avLst/>
            <a:gdLst/>
            <a:ahLst/>
            <a:cxnLst/>
            <a:rect l="l" t="t" r="r" b="b"/>
            <a:pathLst>
              <a:path w="179411" h="159477">
                <a:moveTo>
                  <a:pt x="29902" y="19935"/>
                </a:moveTo>
                <a:cubicBezTo>
                  <a:pt x="18907" y="19935"/>
                  <a:pt x="9967" y="28874"/>
                  <a:pt x="9967" y="39869"/>
                </a:cubicBezTo>
                <a:lnTo>
                  <a:pt x="9967" y="119608"/>
                </a:lnTo>
                <a:cubicBezTo>
                  <a:pt x="9967" y="130603"/>
                  <a:pt x="18907" y="139542"/>
                  <a:pt x="29902" y="139542"/>
                </a:cubicBezTo>
                <a:lnTo>
                  <a:pt x="109640" y="139542"/>
                </a:lnTo>
                <a:cubicBezTo>
                  <a:pt x="120635" y="139542"/>
                  <a:pt x="129575" y="130603"/>
                  <a:pt x="129575" y="119608"/>
                </a:cubicBezTo>
                <a:lnTo>
                  <a:pt x="129575" y="39869"/>
                </a:lnTo>
                <a:cubicBezTo>
                  <a:pt x="129575" y="28874"/>
                  <a:pt x="120635" y="19935"/>
                  <a:pt x="109640" y="19935"/>
                </a:cubicBezTo>
                <a:lnTo>
                  <a:pt x="29902" y="19935"/>
                </a:lnTo>
                <a:close/>
                <a:moveTo>
                  <a:pt x="144526" y="104657"/>
                </a:moveTo>
                <a:lnTo>
                  <a:pt x="167419" y="122972"/>
                </a:lnTo>
                <a:cubicBezTo>
                  <a:pt x="168728" y="124031"/>
                  <a:pt x="170347" y="124591"/>
                  <a:pt x="172029" y="124591"/>
                </a:cubicBezTo>
                <a:cubicBezTo>
                  <a:pt x="176110" y="124591"/>
                  <a:pt x="179411" y="121290"/>
                  <a:pt x="179411" y="117209"/>
                </a:cubicBezTo>
                <a:lnTo>
                  <a:pt x="179411" y="42268"/>
                </a:lnTo>
                <a:cubicBezTo>
                  <a:pt x="179411" y="38187"/>
                  <a:pt x="176110" y="34886"/>
                  <a:pt x="172029" y="34886"/>
                </a:cubicBezTo>
                <a:cubicBezTo>
                  <a:pt x="170347" y="34886"/>
                  <a:pt x="168728" y="35446"/>
                  <a:pt x="167419" y="36505"/>
                </a:cubicBezTo>
                <a:lnTo>
                  <a:pt x="144526" y="54820"/>
                </a:lnTo>
                <a:lnTo>
                  <a:pt x="144526" y="104657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95" name="Text 93"/>
          <p:cNvSpPr/>
          <p:nvPr/>
        </p:nvSpPr>
        <p:spPr>
          <a:xfrm>
            <a:off x="9446258" y="6085371"/>
            <a:ext cx="89307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9446258" y="6276743"/>
            <a:ext cx="893070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access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96DEC22-CAE3-1237-E234-6F71302057EE}"/>
              </a:ext>
            </a:extLst>
          </p:cNvPr>
          <p:cNvGrpSpPr/>
          <p:nvPr/>
        </p:nvGrpSpPr>
        <p:grpSpPr>
          <a:xfrm>
            <a:off x="318329" y="276384"/>
            <a:ext cx="11547384" cy="6398413"/>
            <a:chOff x="318329" y="184105"/>
            <a:chExt cx="11634924" cy="6533702"/>
          </a:xfrm>
        </p:grpSpPr>
        <p:sp>
          <p:nvSpPr>
            <p:cNvPr id="2" name="Shape 0"/>
            <p:cNvSpPr/>
            <p:nvPr/>
          </p:nvSpPr>
          <p:spPr>
            <a:xfrm>
              <a:off x="318329" y="215938"/>
              <a:ext cx="63666" cy="318329"/>
            </a:xfrm>
            <a:custGeom>
              <a:avLst/>
              <a:gdLst/>
              <a:ahLst/>
              <a:cxnLst/>
              <a:rect l="l" t="t" r="r" b="b"/>
              <a:pathLst>
                <a:path w="63666" h="318329">
                  <a:moveTo>
                    <a:pt x="31833" y="0"/>
                  </a:moveTo>
                  <a:lnTo>
                    <a:pt x="31833" y="0"/>
                  </a:lnTo>
                  <a:cubicBezTo>
                    <a:pt x="49414" y="0"/>
                    <a:pt x="63666" y="14252"/>
                    <a:pt x="63666" y="31833"/>
                  </a:cubicBezTo>
                  <a:lnTo>
                    <a:pt x="63666" y="286496"/>
                  </a:lnTo>
                  <a:cubicBezTo>
                    <a:pt x="63666" y="304077"/>
                    <a:pt x="49414" y="318329"/>
                    <a:pt x="31833" y="318329"/>
                  </a:cubicBezTo>
                  <a:lnTo>
                    <a:pt x="31833" y="318329"/>
                  </a:lnTo>
                  <a:cubicBezTo>
                    <a:pt x="14252" y="318329"/>
                    <a:pt x="0" y="304077"/>
                    <a:pt x="0" y="286496"/>
                  </a:cubicBezTo>
                  <a:lnTo>
                    <a:pt x="0" y="31833"/>
                  </a:lnTo>
                  <a:cubicBezTo>
                    <a:pt x="0" y="14252"/>
                    <a:pt x="14252" y="0"/>
                    <a:pt x="318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/>
                </a:gs>
                <a:gs pos="0">
                  <a:srgbClr val="FFFFFF"/>
                </a:gs>
                <a:gs pos="100000">
                  <a:srgbClr val="14B8A6"/>
                </a:gs>
              </a:gsLst>
              <a:lin ang="5400000" scaled="1"/>
            </a:gradFill>
            <a:ln/>
          </p:spPr>
        </p:sp>
        <p:sp>
          <p:nvSpPr>
            <p:cNvPr id="3" name="Text 1"/>
            <p:cNvSpPr/>
            <p:nvPr/>
          </p:nvSpPr>
          <p:spPr>
            <a:xfrm>
              <a:off x="477493" y="184105"/>
              <a:ext cx="3143499" cy="38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en-US" sz="3008" b="1" dirty="0">
                  <a:solidFill>
                    <a:srgbClr val="0D4F4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Training Datasets</a:t>
              </a:r>
              <a:endParaRPr lang="en-US" sz="16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77493" y="629766"/>
              <a:ext cx="11475760" cy="222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Curated medical image datasets for each detection module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18329" y="979927"/>
              <a:ext cx="3748324" cy="4241734"/>
            </a:xfrm>
            <a:custGeom>
              <a:avLst/>
              <a:gdLst/>
              <a:ahLst/>
              <a:cxnLst/>
              <a:rect l="l" t="t" r="r" b="b"/>
              <a:pathLst>
                <a:path w="3748324" h="4241734">
                  <a:moveTo>
                    <a:pt x="127331" y="0"/>
                  </a:moveTo>
                  <a:lnTo>
                    <a:pt x="3620993" y="0"/>
                  </a:lnTo>
                  <a:cubicBezTo>
                    <a:pt x="3691316" y="0"/>
                    <a:pt x="3748324" y="57008"/>
                    <a:pt x="3748324" y="127331"/>
                  </a:cubicBezTo>
                  <a:lnTo>
                    <a:pt x="3748324" y="4114403"/>
                  </a:lnTo>
                  <a:cubicBezTo>
                    <a:pt x="3748324" y="4184726"/>
                    <a:pt x="3691316" y="4241734"/>
                    <a:pt x="3620993" y="4241734"/>
                  </a:cubicBezTo>
                  <a:lnTo>
                    <a:pt x="127331" y="4241734"/>
                  </a:lnTo>
                  <a:cubicBezTo>
                    <a:pt x="57008" y="4241734"/>
                    <a:pt x="0" y="4184726"/>
                    <a:pt x="0" y="4114403"/>
                  </a:cubicBezTo>
                  <a:lnTo>
                    <a:pt x="0" y="127331"/>
                  </a:lnTo>
                  <a:cubicBezTo>
                    <a:pt x="0" y="57008"/>
                    <a:pt x="57008" y="0"/>
                    <a:pt x="12733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/>
                </a:gs>
                <a:gs pos="100000">
                  <a:srgbClr val="0D4F4F">
                    <a:alpha val="90000"/>
                  </a:srgbClr>
                </a:gs>
              </a:gsLst>
              <a:lin ang="2700000" scaled="1"/>
            </a:gradFill>
            <a:ln/>
          </p:spPr>
        </p:sp>
        <p:sp>
          <p:nvSpPr>
            <p:cNvPr id="6" name="Shape 4"/>
            <p:cNvSpPr/>
            <p:nvPr/>
          </p:nvSpPr>
          <p:spPr>
            <a:xfrm>
              <a:off x="477493" y="1139092"/>
              <a:ext cx="445661" cy="445661"/>
            </a:xfrm>
            <a:custGeom>
              <a:avLst/>
              <a:gdLst/>
              <a:ahLst/>
              <a:cxnLst/>
              <a:rect l="l" t="t" r="r" b="b"/>
              <a:pathLst>
                <a:path w="445661" h="445661">
                  <a:moveTo>
                    <a:pt x="95501" y="0"/>
                  </a:moveTo>
                  <a:lnTo>
                    <a:pt x="350160" y="0"/>
                  </a:lnTo>
                  <a:cubicBezTo>
                    <a:pt x="402903" y="0"/>
                    <a:pt x="445661" y="42757"/>
                    <a:pt x="445661" y="95501"/>
                  </a:cubicBezTo>
                  <a:lnTo>
                    <a:pt x="445661" y="350160"/>
                  </a:lnTo>
                  <a:cubicBezTo>
                    <a:pt x="445661" y="402903"/>
                    <a:pt x="402903" y="445661"/>
                    <a:pt x="350160" y="445661"/>
                  </a:cubicBezTo>
                  <a:lnTo>
                    <a:pt x="95501" y="445661"/>
                  </a:lnTo>
                  <a:cubicBezTo>
                    <a:pt x="42757" y="445661"/>
                    <a:pt x="0" y="402903"/>
                    <a:pt x="0" y="350160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568018" y="1242549"/>
              <a:ext cx="268590" cy="238747"/>
            </a:xfrm>
            <a:custGeom>
              <a:avLst/>
              <a:gdLst/>
              <a:ahLst/>
              <a:cxnLst/>
              <a:rect l="l" t="t" r="r" b="b"/>
              <a:pathLst>
                <a:path w="268590" h="238747">
                  <a:moveTo>
                    <a:pt x="134295" y="14922"/>
                  </a:moveTo>
                  <a:cubicBezTo>
                    <a:pt x="96618" y="14922"/>
                    <a:pt x="66448" y="32082"/>
                    <a:pt x="44485" y="52506"/>
                  </a:cubicBezTo>
                  <a:cubicBezTo>
                    <a:pt x="22662" y="72790"/>
                    <a:pt x="8067" y="96991"/>
                    <a:pt x="1119" y="113638"/>
                  </a:cubicBezTo>
                  <a:cubicBezTo>
                    <a:pt x="-420" y="117322"/>
                    <a:pt x="-420" y="121425"/>
                    <a:pt x="1119" y="125109"/>
                  </a:cubicBezTo>
                  <a:cubicBezTo>
                    <a:pt x="8067" y="141756"/>
                    <a:pt x="22662" y="166004"/>
                    <a:pt x="44485" y="186241"/>
                  </a:cubicBezTo>
                  <a:cubicBezTo>
                    <a:pt x="66448" y="206619"/>
                    <a:pt x="96618" y="223825"/>
                    <a:pt x="134295" y="223825"/>
                  </a:cubicBezTo>
                  <a:cubicBezTo>
                    <a:pt x="171972" y="223825"/>
                    <a:pt x="202142" y="206665"/>
                    <a:pt x="224105" y="186241"/>
                  </a:cubicBezTo>
                  <a:cubicBezTo>
                    <a:pt x="245928" y="165957"/>
                    <a:pt x="260523" y="141756"/>
                    <a:pt x="267471" y="125109"/>
                  </a:cubicBezTo>
                  <a:cubicBezTo>
                    <a:pt x="269010" y="121425"/>
                    <a:pt x="269010" y="117322"/>
                    <a:pt x="267471" y="113638"/>
                  </a:cubicBezTo>
                  <a:cubicBezTo>
                    <a:pt x="260523" y="96991"/>
                    <a:pt x="245928" y="72743"/>
                    <a:pt x="224105" y="52506"/>
                  </a:cubicBezTo>
                  <a:cubicBezTo>
                    <a:pt x="202142" y="32128"/>
                    <a:pt x="171972" y="14922"/>
                    <a:pt x="134295" y="14922"/>
                  </a:cubicBezTo>
                  <a:close/>
                  <a:moveTo>
                    <a:pt x="67148" y="119373"/>
                  </a:moveTo>
                  <a:cubicBezTo>
                    <a:pt x="67148" y="82314"/>
                    <a:pt x="97235" y="52226"/>
                    <a:pt x="134295" y="52226"/>
                  </a:cubicBezTo>
                  <a:cubicBezTo>
                    <a:pt x="171355" y="52226"/>
                    <a:pt x="201443" y="82314"/>
                    <a:pt x="201443" y="119373"/>
                  </a:cubicBezTo>
                  <a:cubicBezTo>
                    <a:pt x="201443" y="156433"/>
                    <a:pt x="171355" y="186521"/>
                    <a:pt x="134295" y="186521"/>
                  </a:cubicBezTo>
                  <a:cubicBezTo>
                    <a:pt x="97235" y="186521"/>
                    <a:pt x="67148" y="156433"/>
                    <a:pt x="67148" y="119373"/>
                  </a:cubicBezTo>
                  <a:close/>
                  <a:moveTo>
                    <a:pt x="134295" y="89530"/>
                  </a:moveTo>
                  <a:cubicBezTo>
                    <a:pt x="134295" y="105990"/>
                    <a:pt x="120912" y="119373"/>
                    <a:pt x="104452" y="119373"/>
                  </a:cubicBezTo>
                  <a:cubicBezTo>
                    <a:pt x="99089" y="119373"/>
                    <a:pt x="94053" y="117974"/>
                    <a:pt x="89670" y="115456"/>
                  </a:cubicBezTo>
                  <a:cubicBezTo>
                    <a:pt x="89204" y="120539"/>
                    <a:pt x="89623" y="125762"/>
                    <a:pt x="91022" y="130938"/>
                  </a:cubicBezTo>
                  <a:cubicBezTo>
                    <a:pt x="97411" y="154812"/>
                    <a:pt x="121985" y="168988"/>
                    <a:pt x="145859" y="162600"/>
                  </a:cubicBezTo>
                  <a:cubicBezTo>
                    <a:pt x="169734" y="156211"/>
                    <a:pt x="183910" y="131637"/>
                    <a:pt x="177521" y="107762"/>
                  </a:cubicBezTo>
                  <a:cubicBezTo>
                    <a:pt x="171832" y="86452"/>
                    <a:pt x="151641" y="72883"/>
                    <a:pt x="130378" y="74748"/>
                  </a:cubicBezTo>
                  <a:cubicBezTo>
                    <a:pt x="132850" y="79085"/>
                    <a:pt x="134295" y="84121"/>
                    <a:pt x="134295" y="89530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018653" y="1155008"/>
              <a:ext cx="1018653" cy="222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3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Jaundice Eye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18653" y="1377839"/>
              <a:ext cx="1002736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ezyZip Dataset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77493" y="1712084"/>
              <a:ext cx="3429995" cy="763990"/>
            </a:xfrm>
            <a:custGeom>
              <a:avLst/>
              <a:gdLst/>
              <a:ahLst/>
              <a:cxnLst/>
              <a:rect l="l" t="t" r="r" b="b"/>
              <a:pathLst>
                <a:path w="3429995" h="763990">
                  <a:moveTo>
                    <a:pt x="95499" y="0"/>
                  </a:moveTo>
                  <a:lnTo>
                    <a:pt x="3334496" y="0"/>
                  </a:lnTo>
                  <a:cubicBezTo>
                    <a:pt x="3387239" y="0"/>
                    <a:pt x="3429995" y="42756"/>
                    <a:pt x="3429995" y="95499"/>
                  </a:cubicBezTo>
                  <a:lnTo>
                    <a:pt x="3429995" y="668491"/>
                  </a:lnTo>
                  <a:cubicBezTo>
                    <a:pt x="3429995" y="721233"/>
                    <a:pt x="3387239" y="763990"/>
                    <a:pt x="3334496" y="763990"/>
                  </a:cubicBezTo>
                  <a:lnTo>
                    <a:pt x="95499" y="763990"/>
                  </a:lnTo>
                  <a:cubicBezTo>
                    <a:pt x="42756" y="763990"/>
                    <a:pt x="0" y="721233"/>
                    <a:pt x="0" y="668491"/>
                  </a:cubicBezTo>
                  <a:lnTo>
                    <a:pt x="0" y="95499"/>
                  </a:lnTo>
                  <a:cubicBezTo>
                    <a:pt x="0" y="42792"/>
                    <a:pt x="42792" y="0"/>
                    <a:pt x="954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604825" y="1871249"/>
              <a:ext cx="469535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Classes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683166" y="1839416"/>
              <a:ext cx="190997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04825" y="2157745"/>
              <a:ext cx="323899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Jaundice, Normal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7493" y="2571572"/>
              <a:ext cx="3429995" cy="572992"/>
            </a:xfrm>
            <a:custGeom>
              <a:avLst/>
              <a:gdLst/>
              <a:ahLst/>
              <a:cxnLst/>
              <a:rect l="l" t="t" r="r" b="b"/>
              <a:pathLst>
                <a:path w="3429995" h="572992">
                  <a:moveTo>
                    <a:pt x="95501" y="0"/>
                  </a:moveTo>
                  <a:lnTo>
                    <a:pt x="3334494" y="0"/>
                  </a:lnTo>
                  <a:cubicBezTo>
                    <a:pt x="3387238" y="0"/>
                    <a:pt x="3429995" y="42757"/>
                    <a:pt x="3429995" y="95501"/>
                  </a:cubicBezTo>
                  <a:lnTo>
                    <a:pt x="3429995" y="477492"/>
                  </a:lnTo>
                  <a:cubicBezTo>
                    <a:pt x="3429995" y="530235"/>
                    <a:pt x="3387238" y="572992"/>
                    <a:pt x="3334494" y="572992"/>
                  </a:cubicBezTo>
                  <a:lnTo>
                    <a:pt x="95501" y="572992"/>
                  </a:lnTo>
                  <a:cubicBezTo>
                    <a:pt x="42757" y="572992"/>
                    <a:pt x="0" y="530235"/>
                    <a:pt x="0" y="477492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604825" y="2730737"/>
              <a:ext cx="939070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Training Images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508085" y="2698904"/>
              <a:ext cx="366078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136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7493" y="3240063"/>
              <a:ext cx="3429995" cy="572992"/>
            </a:xfrm>
            <a:custGeom>
              <a:avLst/>
              <a:gdLst/>
              <a:ahLst/>
              <a:cxnLst/>
              <a:rect l="l" t="t" r="r" b="b"/>
              <a:pathLst>
                <a:path w="3429995" h="572992">
                  <a:moveTo>
                    <a:pt x="95501" y="0"/>
                  </a:moveTo>
                  <a:lnTo>
                    <a:pt x="3334494" y="0"/>
                  </a:lnTo>
                  <a:cubicBezTo>
                    <a:pt x="3387238" y="0"/>
                    <a:pt x="3429995" y="42757"/>
                    <a:pt x="3429995" y="95501"/>
                  </a:cubicBezTo>
                  <a:lnTo>
                    <a:pt x="3429995" y="477492"/>
                  </a:lnTo>
                  <a:cubicBezTo>
                    <a:pt x="3429995" y="530235"/>
                    <a:pt x="3387238" y="572992"/>
                    <a:pt x="3334494" y="572992"/>
                  </a:cubicBezTo>
                  <a:lnTo>
                    <a:pt x="95501" y="572992"/>
                  </a:lnTo>
                  <a:cubicBezTo>
                    <a:pt x="42757" y="572992"/>
                    <a:pt x="0" y="530235"/>
                    <a:pt x="0" y="477492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04825" y="3399228"/>
              <a:ext cx="104252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Validation Images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579709" y="3367395"/>
              <a:ext cx="294454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32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7493" y="3908554"/>
              <a:ext cx="3429995" cy="700324"/>
            </a:xfrm>
            <a:custGeom>
              <a:avLst/>
              <a:gdLst/>
              <a:ahLst/>
              <a:cxnLst/>
              <a:rect l="l" t="t" r="r" b="b"/>
              <a:pathLst>
                <a:path w="3429995" h="700324">
                  <a:moveTo>
                    <a:pt x="95496" y="0"/>
                  </a:moveTo>
                  <a:lnTo>
                    <a:pt x="3334499" y="0"/>
                  </a:lnTo>
                  <a:cubicBezTo>
                    <a:pt x="3387240" y="0"/>
                    <a:pt x="3429995" y="42755"/>
                    <a:pt x="3429995" y="95496"/>
                  </a:cubicBezTo>
                  <a:lnTo>
                    <a:pt x="3429995" y="604828"/>
                  </a:lnTo>
                  <a:cubicBezTo>
                    <a:pt x="3429995" y="657569"/>
                    <a:pt x="3387240" y="700324"/>
                    <a:pt x="3334499" y="700324"/>
                  </a:cubicBezTo>
                  <a:lnTo>
                    <a:pt x="95496" y="700324"/>
                  </a:lnTo>
                  <a:cubicBezTo>
                    <a:pt x="42755" y="700324"/>
                    <a:pt x="0" y="657569"/>
                    <a:pt x="0" y="604828"/>
                  </a:cubicBezTo>
                  <a:lnTo>
                    <a:pt x="0" y="95496"/>
                  </a:lnTo>
                  <a:cubicBezTo>
                    <a:pt x="0" y="42755"/>
                    <a:pt x="42755" y="0"/>
                    <a:pt x="95496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20742" y="4067719"/>
              <a:ext cx="127332" cy="127332"/>
            </a:xfrm>
            <a:custGeom>
              <a:avLst/>
              <a:gdLst/>
              <a:ahLst/>
              <a:cxnLst/>
              <a:rect l="l" t="t" r="r" b="b"/>
              <a:pathLst>
                <a:path w="127332" h="127332">
                  <a:moveTo>
                    <a:pt x="7958" y="15916"/>
                  </a:moveTo>
                  <a:cubicBezTo>
                    <a:pt x="3556" y="15916"/>
                    <a:pt x="0" y="19473"/>
                    <a:pt x="0" y="23875"/>
                  </a:cubicBezTo>
                  <a:cubicBezTo>
                    <a:pt x="0" y="28277"/>
                    <a:pt x="3556" y="31833"/>
                    <a:pt x="7958" y="31833"/>
                  </a:cubicBezTo>
                  <a:lnTo>
                    <a:pt x="29520" y="31833"/>
                  </a:lnTo>
                  <a:cubicBezTo>
                    <a:pt x="32579" y="38871"/>
                    <a:pt x="39592" y="43770"/>
                    <a:pt x="47749" y="43770"/>
                  </a:cubicBezTo>
                  <a:cubicBezTo>
                    <a:pt x="55907" y="43770"/>
                    <a:pt x="62920" y="38871"/>
                    <a:pt x="65979" y="31833"/>
                  </a:cubicBezTo>
                  <a:lnTo>
                    <a:pt x="119373" y="31833"/>
                  </a:lnTo>
                  <a:cubicBezTo>
                    <a:pt x="123775" y="31833"/>
                    <a:pt x="127332" y="28277"/>
                    <a:pt x="127332" y="23875"/>
                  </a:cubicBezTo>
                  <a:cubicBezTo>
                    <a:pt x="127332" y="19473"/>
                    <a:pt x="123775" y="15916"/>
                    <a:pt x="119373" y="15916"/>
                  </a:cubicBezTo>
                  <a:lnTo>
                    <a:pt x="65979" y="15916"/>
                  </a:lnTo>
                  <a:cubicBezTo>
                    <a:pt x="62920" y="8878"/>
                    <a:pt x="55907" y="3979"/>
                    <a:pt x="47749" y="3979"/>
                  </a:cubicBezTo>
                  <a:cubicBezTo>
                    <a:pt x="39592" y="3979"/>
                    <a:pt x="32579" y="8878"/>
                    <a:pt x="29520" y="15916"/>
                  </a:cubicBezTo>
                  <a:lnTo>
                    <a:pt x="7958" y="15916"/>
                  </a:lnTo>
                  <a:close/>
                  <a:moveTo>
                    <a:pt x="7958" y="55708"/>
                  </a:moveTo>
                  <a:cubicBezTo>
                    <a:pt x="3556" y="55708"/>
                    <a:pt x="0" y="59264"/>
                    <a:pt x="0" y="63666"/>
                  </a:cubicBezTo>
                  <a:cubicBezTo>
                    <a:pt x="0" y="68068"/>
                    <a:pt x="3556" y="71624"/>
                    <a:pt x="7958" y="71624"/>
                  </a:cubicBezTo>
                  <a:lnTo>
                    <a:pt x="69311" y="71624"/>
                  </a:lnTo>
                  <a:cubicBezTo>
                    <a:pt x="72370" y="78662"/>
                    <a:pt x="79383" y="83561"/>
                    <a:pt x="87540" y="83561"/>
                  </a:cubicBezTo>
                  <a:cubicBezTo>
                    <a:pt x="95698" y="83561"/>
                    <a:pt x="102711" y="78662"/>
                    <a:pt x="105770" y="71624"/>
                  </a:cubicBezTo>
                  <a:lnTo>
                    <a:pt x="119373" y="71624"/>
                  </a:lnTo>
                  <a:cubicBezTo>
                    <a:pt x="123775" y="71624"/>
                    <a:pt x="127332" y="68068"/>
                    <a:pt x="127332" y="63666"/>
                  </a:cubicBezTo>
                  <a:cubicBezTo>
                    <a:pt x="127332" y="59264"/>
                    <a:pt x="123775" y="55708"/>
                    <a:pt x="119373" y="55708"/>
                  </a:cubicBezTo>
                  <a:lnTo>
                    <a:pt x="105770" y="55708"/>
                  </a:lnTo>
                  <a:cubicBezTo>
                    <a:pt x="102711" y="48670"/>
                    <a:pt x="95698" y="43770"/>
                    <a:pt x="87540" y="43770"/>
                  </a:cubicBezTo>
                  <a:cubicBezTo>
                    <a:pt x="79383" y="43770"/>
                    <a:pt x="72370" y="48670"/>
                    <a:pt x="69311" y="55708"/>
                  </a:cubicBezTo>
                  <a:lnTo>
                    <a:pt x="7958" y="55708"/>
                  </a:lnTo>
                  <a:close/>
                  <a:moveTo>
                    <a:pt x="7958" y="95499"/>
                  </a:moveTo>
                  <a:cubicBezTo>
                    <a:pt x="3556" y="95499"/>
                    <a:pt x="0" y="99055"/>
                    <a:pt x="0" y="103457"/>
                  </a:cubicBezTo>
                  <a:cubicBezTo>
                    <a:pt x="0" y="107859"/>
                    <a:pt x="3556" y="111415"/>
                    <a:pt x="7958" y="111415"/>
                  </a:cubicBezTo>
                  <a:lnTo>
                    <a:pt x="21562" y="111415"/>
                  </a:lnTo>
                  <a:cubicBezTo>
                    <a:pt x="24621" y="118453"/>
                    <a:pt x="31634" y="123352"/>
                    <a:pt x="39791" y="123352"/>
                  </a:cubicBezTo>
                  <a:cubicBezTo>
                    <a:pt x="47948" y="123352"/>
                    <a:pt x="54961" y="118453"/>
                    <a:pt x="58020" y="111415"/>
                  </a:cubicBezTo>
                  <a:lnTo>
                    <a:pt x="119373" y="111415"/>
                  </a:lnTo>
                  <a:cubicBezTo>
                    <a:pt x="123775" y="111415"/>
                    <a:pt x="127332" y="107859"/>
                    <a:pt x="127332" y="103457"/>
                  </a:cubicBezTo>
                  <a:cubicBezTo>
                    <a:pt x="127332" y="99055"/>
                    <a:pt x="123775" y="95499"/>
                    <a:pt x="119373" y="95499"/>
                  </a:cubicBezTo>
                  <a:lnTo>
                    <a:pt x="58020" y="95499"/>
                  </a:lnTo>
                  <a:cubicBezTo>
                    <a:pt x="54961" y="88461"/>
                    <a:pt x="47948" y="83561"/>
                    <a:pt x="39791" y="83561"/>
                  </a:cubicBezTo>
                  <a:cubicBezTo>
                    <a:pt x="31634" y="83561"/>
                    <a:pt x="24621" y="88461"/>
                    <a:pt x="21562" y="95499"/>
                  </a:cubicBezTo>
                  <a:lnTo>
                    <a:pt x="7958" y="95499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803885" y="4035886"/>
              <a:ext cx="303993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Preprocessing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04825" y="4290549"/>
              <a:ext cx="323899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Rescale to [0, 1] (÷ 255)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77493" y="4740189"/>
              <a:ext cx="3429995" cy="7958"/>
            </a:xfrm>
            <a:custGeom>
              <a:avLst/>
              <a:gdLst/>
              <a:ahLst/>
              <a:cxnLst/>
              <a:rect l="l" t="t" r="r" b="b"/>
              <a:pathLst>
                <a:path w="3429995" h="7958">
                  <a:moveTo>
                    <a:pt x="0" y="0"/>
                  </a:moveTo>
                  <a:lnTo>
                    <a:pt x="3429995" y="0"/>
                  </a:lnTo>
                  <a:lnTo>
                    <a:pt x="3429995" y="7958"/>
                  </a:lnTo>
                  <a:lnTo>
                    <a:pt x="0" y="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1360110" y="4903332"/>
              <a:ext cx="143248" cy="127332"/>
            </a:xfrm>
            <a:custGeom>
              <a:avLst/>
              <a:gdLst/>
              <a:ahLst/>
              <a:cxnLst/>
              <a:rect l="l" t="t" r="r" b="b"/>
              <a:pathLst>
                <a:path w="143248" h="127332">
                  <a:moveTo>
                    <a:pt x="127431" y="59687"/>
                  </a:moveTo>
                  <a:lnTo>
                    <a:pt x="83661" y="59687"/>
                  </a:lnTo>
                  <a:cubicBezTo>
                    <a:pt x="79259" y="59687"/>
                    <a:pt x="75703" y="56130"/>
                    <a:pt x="75703" y="51728"/>
                  </a:cubicBezTo>
                  <a:lnTo>
                    <a:pt x="75703" y="7958"/>
                  </a:lnTo>
                  <a:cubicBezTo>
                    <a:pt x="75703" y="3556"/>
                    <a:pt x="79284" y="-50"/>
                    <a:pt x="83636" y="522"/>
                  </a:cubicBezTo>
                  <a:cubicBezTo>
                    <a:pt x="110246" y="4054"/>
                    <a:pt x="131336" y="25143"/>
                    <a:pt x="134867" y="51753"/>
                  </a:cubicBezTo>
                  <a:cubicBezTo>
                    <a:pt x="135439" y="56105"/>
                    <a:pt x="131833" y="59687"/>
                    <a:pt x="127431" y="59687"/>
                  </a:cubicBezTo>
                  <a:close/>
                  <a:moveTo>
                    <a:pt x="55359" y="9251"/>
                  </a:moveTo>
                  <a:cubicBezTo>
                    <a:pt x="59861" y="8306"/>
                    <a:pt x="63765" y="11987"/>
                    <a:pt x="63765" y="16588"/>
                  </a:cubicBezTo>
                  <a:lnTo>
                    <a:pt x="63765" y="65655"/>
                  </a:lnTo>
                  <a:cubicBezTo>
                    <a:pt x="63765" y="67048"/>
                    <a:pt x="64263" y="68391"/>
                    <a:pt x="65133" y="69460"/>
                  </a:cubicBezTo>
                  <a:lnTo>
                    <a:pt x="97986" y="109102"/>
                  </a:lnTo>
                  <a:cubicBezTo>
                    <a:pt x="100895" y="112609"/>
                    <a:pt x="100274" y="117906"/>
                    <a:pt x="96270" y="120070"/>
                  </a:cubicBezTo>
                  <a:cubicBezTo>
                    <a:pt x="87789" y="124695"/>
                    <a:pt x="78065" y="127332"/>
                    <a:pt x="67744" y="127332"/>
                  </a:cubicBezTo>
                  <a:cubicBezTo>
                    <a:pt x="34792" y="127332"/>
                    <a:pt x="8058" y="100597"/>
                    <a:pt x="8058" y="67645"/>
                  </a:cubicBezTo>
                  <a:cubicBezTo>
                    <a:pt x="8058" y="38921"/>
                    <a:pt x="28326" y="14947"/>
                    <a:pt x="55359" y="9251"/>
                  </a:cubicBezTo>
                  <a:close/>
                  <a:moveTo>
                    <a:pt x="118826" y="71624"/>
                  </a:moveTo>
                  <a:lnTo>
                    <a:pt x="134743" y="71624"/>
                  </a:lnTo>
                  <a:cubicBezTo>
                    <a:pt x="139344" y="71624"/>
                    <a:pt x="143024" y="75529"/>
                    <a:pt x="142079" y="80030"/>
                  </a:cubicBezTo>
                  <a:cubicBezTo>
                    <a:pt x="139542" y="92067"/>
                    <a:pt x="133375" y="102761"/>
                    <a:pt x="124770" y="110918"/>
                  </a:cubicBezTo>
                  <a:cubicBezTo>
                    <a:pt x="121711" y="113827"/>
                    <a:pt x="116911" y="113206"/>
                    <a:pt x="114225" y="109948"/>
                  </a:cubicBezTo>
                  <a:lnTo>
                    <a:pt x="93236" y="84656"/>
                  </a:lnTo>
                  <a:cubicBezTo>
                    <a:pt x="88933" y="79458"/>
                    <a:pt x="92639" y="71624"/>
                    <a:pt x="99353" y="71624"/>
                  </a:cubicBezTo>
                  <a:lnTo>
                    <a:pt x="118801" y="71624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44720" y="4871499"/>
              <a:ext cx="3294601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Split: </a:t>
              </a:r>
              <a:r>
                <a:rPr lang="en-US" sz="1003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80% Train / 20% Val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224325" y="979927"/>
              <a:ext cx="3748324" cy="4241734"/>
            </a:xfrm>
            <a:custGeom>
              <a:avLst/>
              <a:gdLst/>
              <a:ahLst/>
              <a:cxnLst/>
              <a:rect l="l" t="t" r="r" b="b"/>
              <a:pathLst>
                <a:path w="3748324" h="4241734">
                  <a:moveTo>
                    <a:pt x="127331" y="0"/>
                  </a:moveTo>
                  <a:lnTo>
                    <a:pt x="3620993" y="0"/>
                  </a:lnTo>
                  <a:cubicBezTo>
                    <a:pt x="3691316" y="0"/>
                    <a:pt x="3748324" y="57008"/>
                    <a:pt x="3748324" y="127331"/>
                  </a:cubicBezTo>
                  <a:lnTo>
                    <a:pt x="3748324" y="4114403"/>
                  </a:lnTo>
                  <a:cubicBezTo>
                    <a:pt x="3748324" y="4184726"/>
                    <a:pt x="3691316" y="4241734"/>
                    <a:pt x="3620993" y="4241734"/>
                  </a:cubicBezTo>
                  <a:lnTo>
                    <a:pt x="127331" y="4241734"/>
                  </a:lnTo>
                  <a:cubicBezTo>
                    <a:pt x="57008" y="4241734"/>
                    <a:pt x="0" y="4184726"/>
                    <a:pt x="0" y="4114403"/>
                  </a:cubicBezTo>
                  <a:lnTo>
                    <a:pt x="0" y="127331"/>
                  </a:lnTo>
                  <a:cubicBezTo>
                    <a:pt x="0" y="57008"/>
                    <a:pt x="57008" y="0"/>
                    <a:pt x="12733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/>
                </a:gs>
                <a:gs pos="100000">
                  <a:srgbClr val="14B8A6"/>
                </a:gs>
              </a:gsLst>
              <a:lin ang="2700000" scaled="1"/>
            </a:gra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383490" y="1139092"/>
              <a:ext cx="445661" cy="445661"/>
            </a:xfrm>
            <a:custGeom>
              <a:avLst/>
              <a:gdLst/>
              <a:ahLst/>
              <a:cxnLst/>
              <a:rect l="l" t="t" r="r" b="b"/>
              <a:pathLst>
                <a:path w="445661" h="445661">
                  <a:moveTo>
                    <a:pt x="95501" y="0"/>
                  </a:moveTo>
                  <a:lnTo>
                    <a:pt x="350160" y="0"/>
                  </a:lnTo>
                  <a:cubicBezTo>
                    <a:pt x="402903" y="0"/>
                    <a:pt x="445661" y="42757"/>
                    <a:pt x="445661" y="95501"/>
                  </a:cubicBezTo>
                  <a:lnTo>
                    <a:pt x="445661" y="350160"/>
                  </a:lnTo>
                  <a:cubicBezTo>
                    <a:pt x="445661" y="402903"/>
                    <a:pt x="402903" y="445661"/>
                    <a:pt x="350160" y="445661"/>
                  </a:cubicBezTo>
                  <a:lnTo>
                    <a:pt x="95501" y="445661"/>
                  </a:lnTo>
                  <a:cubicBezTo>
                    <a:pt x="42757" y="445661"/>
                    <a:pt x="0" y="402903"/>
                    <a:pt x="0" y="350160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4503858" y="1242549"/>
              <a:ext cx="208903" cy="238747"/>
            </a:xfrm>
            <a:custGeom>
              <a:avLst/>
              <a:gdLst/>
              <a:ahLst/>
              <a:cxnLst/>
              <a:rect l="l" t="t" r="r" b="b"/>
              <a:pathLst>
                <a:path w="208903" h="238747">
                  <a:moveTo>
                    <a:pt x="104452" y="115643"/>
                  </a:moveTo>
                  <a:cubicBezTo>
                    <a:pt x="135335" y="115643"/>
                    <a:pt x="160408" y="90570"/>
                    <a:pt x="160408" y="59687"/>
                  </a:cubicBezTo>
                  <a:cubicBezTo>
                    <a:pt x="160408" y="28804"/>
                    <a:pt x="135335" y="3730"/>
                    <a:pt x="104452" y="3730"/>
                  </a:cubicBezTo>
                  <a:cubicBezTo>
                    <a:pt x="73569" y="3730"/>
                    <a:pt x="48495" y="28804"/>
                    <a:pt x="48495" y="59687"/>
                  </a:cubicBezTo>
                  <a:cubicBezTo>
                    <a:pt x="48495" y="90570"/>
                    <a:pt x="73569" y="115643"/>
                    <a:pt x="104452" y="115643"/>
                  </a:cubicBezTo>
                  <a:close/>
                  <a:moveTo>
                    <a:pt x="90603" y="141756"/>
                  </a:moveTo>
                  <a:cubicBezTo>
                    <a:pt x="44672" y="141756"/>
                    <a:pt x="7461" y="178967"/>
                    <a:pt x="7461" y="224898"/>
                  </a:cubicBezTo>
                  <a:cubicBezTo>
                    <a:pt x="7461" y="232545"/>
                    <a:pt x="13663" y="238747"/>
                    <a:pt x="21310" y="238747"/>
                  </a:cubicBezTo>
                  <a:lnTo>
                    <a:pt x="187593" y="238747"/>
                  </a:lnTo>
                  <a:cubicBezTo>
                    <a:pt x="195241" y="238747"/>
                    <a:pt x="201443" y="232545"/>
                    <a:pt x="201443" y="224898"/>
                  </a:cubicBezTo>
                  <a:cubicBezTo>
                    <a:pt x="201443" y="178967"/>
                    <a:pt x="164232" y="141756"/>
                    <a:pt x="118301" y="141756"/>
                  </a:cubicBezTo>
                  <a:lnTo>
                    <a:pt x="90603" y="141756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924649" y="1155008"/>
              <a:ext cx="1352898" cy="222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3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Face Skin Disease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924649" y="1377839"/>
              <a:ext cx="1336982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FaceZip Dataset</a:t>
              </a:r>
              <a:endParaRPr lang="en-US" sz="16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383490" y="1712084"/>
              <a:ext cx="3429995" cy="763990"/>
            </a:xfrm>
            <a:custGeom>
              <a:avLst/>
              <a:gdLst/>
              <a:ahLst/>
              <a:cxnLst/>
              <a:rect l="l" t="t" r="r" b="b"/>
              <a:pathLst>
                <a:path w="3429995" h="763990">
                  <a:moveTo>
                    <a:pt x="95499" y="0"/>
                  </a:moveTo>
                  <a:lnTo>
                    <a:pt x="3334496" y="0"/>
                  </a:lnTo>
                  <a:cubicBezTo>
                    <a:pt x="3387239" y="0"/>
                    <a:pt x="3429995" y="42756"/>
                    <a:pt x="3429995" y="95499"/>
                  </a:cubicBezTo>
                  <a:lnTo>
                    <a:pt x="3429995" y="668491"/>
                  </a:lnTo>
                  <a:cubicBezTo>
                    <a:pt x="3429995" y="721233"/>
                    <a:pt x="3387239" y="763990"/>
                    <a:pt x="3334496" y="763990"/>
                  </a:cubicBezTo>
                  <a:lnTo>
                    <a:pt x="95499" y="763990"/>
                  </a:lnTo>
                  <a:cubicBezTo>
                    <a:pt x="42756" y="763990"/>
                    <a:pt x="0" y="721233"/>
                    <a:pt x="0" y="668491"/>
                  </a:cubicBezTo>
                  <a:lnTo>
                    <a:pt x="0" y="95499"/>
                  </a:lnTo>
                  <a:cubicBezTo>
                    <a:pt x="0" y="42792"/>
                    <a:pt x="42792" y="0"/>
                    <a:pt x="954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4510821" y="1871249"/>
              <a:ext cx="469535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Classes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7581204" y="1839416"/>
              <a:ext cx="198956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510821" y="2157745"/>
              <a:ext cx="323899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Acne, Eczema, Herpes, Panu, Rosacea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383490" y="2571572"/>
              <a:ext cx="3429995" cy="572992"/>
            </a:xfrm>
            <a:custGeom>
              <a:avLst/>
              <a:gdLst/>
              <a:ahLst/>
              <a:cxnLst/>
              <a:rect l="l" t="t" r="r" b="b"/>
              <a:pathLst>
                <a:path w="3429995" h="572992">
                  <a:moveTo>
                    <a:pt x="95501" y="0"/>
                  </a:moveTo>
                  <a:lnTo>
                    <a:pt x="3334494" y="0"/>
                  </a:lnTo>
                  <a:cubicBezTo>
                    <a:pt x="3387238" y="0"/>
                    <a:pt x="3429995" y="42757"/>
                    <a:pt x="3429995" y="95501"/>
                  </a:cubicBezTo>
                  <a:lnTo>
                    <a:pt x="3429995" y="477492"/>
                  </a:lnTo>
                  <a:cubicBezTo>
                    <a:pt x="3429995" y="530235"/>
                    <a:pt x="3387238" y="572992"/>
                    <a:pt x="3334494" y="572992"/>
                  </a:cubicBezTo>
                  <a:lnTo>
                    <a:pt x="95501" y="572992"/>
                  </a:lnTo>
                  <a:cubicBezTo>
                    <a:pt x="42757" y="572992"/>
                    <a:pt x="0" y="530235"/>
                    <a:pt x="0" y="477492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510821" y="2730737"/>
              <a:ext cx="939070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Training Images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302666" y="2698904"/>
              <a:ext cx="477493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1,196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383490" y="3240063"/>
              <a:ext cx="3429995" cy="572992"/>
            </a:xfrm>
            <a:custGeom>
              <a:avLst/>
              <a:gdLst/>
              <a:ahLst/>
              <a:cxnLst/>
              <a:rect l="l" t="t" r="r" b="b"/>
              <a:pathLst>
                <a:path w="3429995" h="572992">
                  <a:moveTo>
                    <a:pt x="95501" y="0"/>
                  </a:moveTo>
                  <a:lnTo>
                    <a:pt x="3334494" y="0"/>
                  </a:lnTo>
                  <a:cubicBezTo>
                    <a:pt x="3387238" y="0"/>
                    <a:pt x="3429995" y="42757"/>
                    <a:pt x="3429995" y="95501"/>
                  </a:cubicBezTo>
                  <a:lnTo>
                    <a:pt x="3429995" y="477492"/>
                  </a:lnTo>
                  <a:cubicBezTo>
                    <a:pt x="3429995" y="530235"/>
                    <a:pt x="3387238" y="572992"/>
                    <a:pt x="3334494" y="572992"/>
                  </a:cubicBezTo>
                  <a:lnTo>
                    <a:pt x="95501" y="572992"/>
                  </a:lnTo>
                  <a:cubicBezTo>
                    <a:pt x="42757" y="572992"/>
                    <a:pt x="0" y="530235"/>
                    <a:pt x="0" y="477492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4510821" y="3399228"/>
              <a:ext cx="104252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Validation Images</a:t>
              </a:r>
              <a:endParaRPr lang="en-US" sz="16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382248" y="3367395"/>
              <a:ext cx="397911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298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383490" y="3908554"/>
              <a:ext cx="3429995" cy="700324"/>
            </a:xfrm>
            <a:custGeom>
              <a:avLst/>
              <a:gdLst/>
              <a:ahLst/>
              <a:cxnLst/>
              <a:rect l="l" t="t" r="r" b="b"/>
              <a:pathLst>
                <a:path w="3429995" h="700324">
                  <a:moveTo>
                    <a:pt x="95496" y="0"/>
                  </a:moveTo>
                  <a:lnTo>
                    <a:pt x="3334499" y="0"/>
                  </a:lnTo>
                  <a:cubicBezTo>
                    <a:pt x="3387240" y="0"/>
                    <a:pt x="3429995" y="42755"/>
                    <a:pt x="3429995" y="95496"/>
                  </a:cubicBezTo>
                  <a:lnTo>
                    <a:pt x="3429995" y="604828"/>
                  </a:lnTo>
                  <a:cubicBezTo>
                    <a:pt x="3429995" y="657569"/>
                    <a:pt x="3387240" y="700324"/>
                    <a:pt x="3334499" y="700324"/>
                  </a:cubicBezTo>
                  <a:lnTo>
                    <a:pt x="95496" y="700324"/>
                  </a:lnTo>
                  <a:cubicBezTo>
                    <a:pt x="42755" y="700324"/>
                    <a:pt x="0" y="657569"/>
                    <a:pt x="0" y="604828"/>
                  </a:cubicBezTo>
                  <a:lnTo>
                    <a:pt x="0" y="95496"/>
                  </a:lnTo>
                  <a:cubicBezTo>
                    <a:pt x="0" y="42755"/>
                    <a:pt x="42755" y="0"/>
                    <a:pt x="95496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526738" y="4067719"/>
              <a:ext cx="127332" cy="127332"/>
            </a:xfrm>
            <a:custGeom>
              <a:avLst/>
              <a:gdLst/>
              <a:ahLst/>
              <a:cxnLst/>
              <a:rect l="l" t="t" r="r" b="b"/>
              <a:pathLst>
                <a:path w="127332" h="127332">
                  <a:moveTo>
                    <a:pt x="7958" y="15916"/>
                  </a:moveTo>
                  <a:cubicBezTo>
                    <a:pt x="3556" y="15916"/>
                    <a:pt x="0" y="19473"/>
                    <a:pt x="0" y="23875"/>
                  </a:cubicBezTo>
                  <a:cubicBezTo>
                    <a:pt x="0" y="28277"/>
                    <a:pt x="3556" y="31833"/>
                    <a:pt x="7958" y="31833"/>
                  </a:cubicBezTo>
                  <a:lnTo>
                    <a:pt x="29520" y="31833"/>
                  </a:lnTo>
                  <a:cubicBezTo>
                    <a:pt x="32579" y="38871"/>
                    <a:pt x="39592" y="43770"/>
                    <a:pt x="47749" y="43770"/>
                  </a:cubicBezTo>
                  <a:cubicBezTo>
                    <a:pt x="55907" y="43770"/>
                    <a:pt x="62920" y="38871"/>
                    <a:pt x="65979" y="31833"/>
                  </a:cubicBezTo>
                  <a:lnTo>
                    <a:pt x="119373" y="31833"/>
                  </a:lnTo>
                  <a:cubicBezTo>
                    <a:pt x="123775" y="31833"/>
                    <a:pt x="127332" y="28277"/>
                    <a:pt x="127332" y="23875"/>
                  </a:cubicBezTo>
                  <a:cubicBezTo>
                    <a:pt x="127332" y="19473"/>
                    <a:pt x="123775" y="15916"/>
                    <a:pt x="119373" y="15916"/>
                  </a:cubicBezTo>
                  <a:lnTo>
                    <a:pt x="65979" y="15916"/>
                  </a:lnTo>
                  <a:cubicBezTo>
                    <a:pt x="62920" y="8878"/>
                    <a:pt x="55907" y="3979"/>
                    <a:pt x="47749" y="3979"/>
                  </a:cubicBezTo>
                  <a:cubicBezTo>
                    <a:pt x="39592" y="3979"/>
                    <a:pt x="32579" y="8878"/>
                    <a:pt x="29520" y="15916"/>
                  </a:cubicBezTo>
                  <a:lnTo>
                    <a:pt x="7958" y="15916"/>
                  </a:lnTo>
                  <a:close/>
                  <a:moveTo>
                    <a:pt x="7958" y="55708"/>
                  </a:moveTo>
                  <a:cubicBezTo>
                    <a:pt x="3556" y="55708"/>
                    <a:pt x="0" y="59264"/>
                    <a:pt x="0" y="63666"/>
                  </a:cubicBezTo>
                  <a:cubicBezTo>
                    <a:pt x="0" y="68068"/>
                    <a:pt x="3556" y="71624"/>
                    <a:pt x="7958" y="71624"/>
                  </a:cubicBezTo>
                  <a:lnTo>
                    <a:pt x="69311" y="71624"/>
                  </a:lnTo>
                  <a:cubicBezTo>
                    <a:pt x="72370" y="78662"/>
                    <a:pt x="79383" y="83561"/>
                    <a:pt x="87540" y="83561"/>
                  </a:cubicBezTo>
                  <a:cubicBezTo>
                    <a:pt x="95698" y="83561"/>
                    <a:pt x="102711" y="78662"/>
                    <a:pt x="105770" y="71624"/>
                  </a:cubicBezTo>
                  <a:lnTo>
                    <a:pt x="119373" y="71624"/>
                  </a:lnTo>
                  <a:cubicBezTo>
                    <a:pt x="123775" y="71624"/>
                    <a:pt x="127332" y="68068"/>
                    <a:pt x="127332" y="63666"/>
                  </a:cubicBezTo>
                  <a:cubicBezTo>
                    <a:pt x="127332" y="59264"/>
                    <a:pt x="123775" y="55708"/>
                    <a:pt x="119373" y="55708"/>
                  </a:cubicBezTo>
                  <a:lnTo>
                    <a:pt x="105770" y="55708"/>
                  </a:lnTo>
                  <a:cubicBezTo>
                    <a:pt x="102711" y="48670"/>
                    <a:pt x="95698" y="43770"/>
                    <a:pt x="87540" y="43770"/>
                  </a:cubicBezTo>
                  <a:cubicBezTo>
                    <a:pt x="79383" y="43770"/>
                    <a:pt x="72370" y="48670"/>
                    <a:pt x="69311" y="55708"/>
                  </a:cubicBezTo>
                  <a:lnTo>
                    <a:pt x="7958" y="55708"/>
                  </a:lnTo>
                  <a:close/>
                  <a:moveTo>
                    <a:pt x="7958" y="95499"/>
                  </a:moveTo>
                  <a:cubicBezTo>
                    <a:pt x="3556" y="95499"/>
                    <a:pt x="0" y="99055"/>
                    <a:pt x="0" y="103457"/>
                  </a:cubicBezTo>
                  <a:cubicBezTo>
                    <a:pt x="0" y="107859"/>
                    <a:pt x="3556" y="111415"/>
                    <a:pt x="7958" y="111415"/>
                  </a:cubicBezTo>
                  <a:lnTo>
                    <a:pt x="21562" y="111415"/>
                  </a:lnTo>
                  <a:cubicBezTo>
                    <a:pt x="24621" y="118453"/>
                    <a:pt x="31634" y="123352"/>
                    <a:pt x="39791" y="123352"/>
                  </a:cubicBezTo>
                  <a:cubicBezTo>
                    <a:pt x="47948" y="123352"/>
                    <a:pt x="54961" y="118453"/>
                    <a:pt x="58020" y="111415"/>
                  </a:cubicBezTo>
                  <a:lnTo>
                    <a:pt x="119373" y="111415"/>
                  </a:lnTo>
                  <a:cubicBezTo>
                    <a:pt x="123775" y="111415"/>
                    <a:pt x="127332" y="107859"/>
                    <a:pt x="127332" y="103457"/>
                  </a:cubicBezTo>
                  <a:cubicBezTo>
                    <a:pt x="127332" y="99055"/>
                    <a:pt x="123775" y="95499"/>
                    <a:pt x="119373" y="95499"/>
                  </a:cubicBezTo>
                  <a:lnTo>
                    <a:pt x="58020" y="95499"/>
                  </a:lnTo>
                  <a:cubicBezTo>
                    <a:pt x="54961" y="88461"/>
                    <a:pt x="47948" y="83561"/>
                    <a:pt x="39791" y="83561"/>
                  </a:cubicBezTo>
                  <a:cubicBezTo>
                    <a:pt x="31634" y="83561"/>
                    <a:pt x="24621" y="88461"/>
                    <a:pt x="21562" y="95499"/>
                  </a:cubicBezTo>
                  <a:lnTo>
                    <a:pt x="7958" y="95499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4709881" y="4035886"/>
              <a:ext cx="303993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Preprocessing</a:t>
              </a:r>
              <a:endParaRPr lang="en-US" sz="1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510821" y="4290549"/>
              <a:ext cx="323899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EfficientNet preprocess_input</a:t>
              </a:r>
              <a:endParaRPr lang="en-US" sz="16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383490" y="4740189"/>
              <a:ext cx="3429995" cy="7958"/>
            </a:xfrm>
            <a:custGeom>
              <a:avLst/>
              <a:gdLst/>
              <a:ahLst/>
              <a:cxnLst/>
              <a:rect l="l" t="t" r="r" b="b"/>
              <a:pathLst>
                <a:path w="3429995" h="7958">
                  <a:moveTo>
                    <a:pt x="0" y="0"/>
                  </a:moveTo>
                  <a:lnTo>
                    <a:pt x="3429995" y="0"/>
                  </a:lnTo>
                  <a:lnTo>
                    <a:pt x="3429995" y="7958"/>
                  </a:lnTo>
                  <a:lnTo>
                    <a:pt x="0" y="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5266106" y="4903332"/>
              <a:ext cx="143248" cy="127332"/>
            </a:xfrm>
            <a:custGeom>
              <a:avLst/>
              <a:gdLst/>
              <a:ahLst/>
              <a:cxnLst/>
              <a:rect l="l" t="t" r="r" b="b"/>
              <a:pathLst>
                <a:path w="143248" h="127332">
                  <a:moveTo>
                    <a:pt x="127431" y="59687"/>
                  </a:moveTo>
                  <a:lnTo>
                    <a:pt x="83661" y="59687"/>
                  </a:lnTo>
                  <a:cubicBezTo>
                    <a:pt x="79259" y="59687"/>
                    <a:pt x="75703" y="56130"/>
                    <a:pt x="75703" y="51728"/>
                  </a:cubicBezTo>
                  <a:lnTo>
                    <a:pt x="75703" y="7958"/>
                  </a:lnTo>
                  <a:cubicBezTo>
                    <a:pt x="75703" y="3556"/>
                    <a:pt x="79284" y="-50"/>
                    <a:pt x="83636" y="522"/>
                  </a:cubicBezTo>
                  <a:cubicBezTo>
                    <a:pt x="110246" y="4054"/>
                    <a:pt x="131336" y="25143"/>
                    <a:pt x="134867" y="51753"/>
                  </a:cubicBezTo>
                  <a:cubicBezTo>
                    <a:pt x="135439" y="56105"/>
                    <a:pt x="131833" y="59687"/>
                    <a:pt x="127431" y="59687"/>
                  </a:cubicBezTo>
                  <a:close/>
                  <a:moveTo>
                    <a:pt x="55359" y="9251"/>
                  </a:moveTo>
                  <a:cubicBezTo>
                    <a:pt x="59861" y="8306"/>
                    <a:pt x="63765" y="11987"/>
                    <a:pt x="63765" y="16588"/>
                  </a:cubicBezTo>
                  <a:lnTo>
                    <a:pt x="63765" y="65655"/>
                  </a:lnTo>
                  <a:cubicBezTo>
                    <a:pt x="63765" y="67048"/>
                    <a:pt x="64263" y="68391"/>
                    <a:pt x="65133" y="69460"/>
                  </a:cubicBezTo>
                  <a:lnTo>
                    <a:pt x="97986" y="109102"/>
                  </a:lnTo>
                  <a:cubicBezTo>
                    <a:pt x="100895" y="112609"/>
                    <a:pt x="100274" y="117906"/>
                    <a:pt x="96270" y="120070"/>
                  </a:cubicBezTo>
                  <a:cubicBezTo>
                    <a:pt x="87789" y="124695"/>
                    <a:pt x="78065" y="127332"/>
                    <a:pt x="67744" y="127332"/>
                  </a:cubicBezTo>
                  <a:cubicBezTo>
                    <a:pt x="34792" y="127332"/>
                    <a:pt x="8058" y="100597"/>
                    <a:pt x="8058" y="67645"/>
                  </a:cubicBezTo>
                  <a:cubicBezTo>
                    <a:pt x="8058" y="38921"/>
                    <a:pt x="28326" y="14947"/>
                    <a:pt x="55359" y="9251"/>
                  </a:cubicBezTo>
                  <a:close/>
                  <a:moveTo>
                    <a:pt x="118826" y="71624"/>
                  </a:moveTo>
                  <a:lnTo>
                    <a:pt x="134743" y="71624"/>
                  </a:lnTo>
                  <a:cubicBezTo>
                    <a:pt x="139344" y="71624"/>
                    <a:pt x="143024" y="75529"/>
                    <a:pt x="142079" y="80030"/>
                  </a:cubicBezTo>
                  <a:cubicBezTo>
                    <a:pt x="139542" y="92067"/>
                    <a:pt x="133375" y="102761"/>
                    <a:pt x="124770" y="110918"/>
                  </a:cubicBezTo>
                  <a:cubicBezTo>
                    <a:pt x="121711" y="113827"/>
                    <a:pt x="116911" y="113206"/>
                    <a:pt x="114225" y="109948"/>
                  </a:cubicBezTo>
                  <a:lnTo>
                    <a:pt x="93236" y="84656"/>
                  </a:lnTo>
                  <a:cubicBezTo>
                    <a:pt x="88933" y="79458"/>
                    <a:pt x="92639" y="71624"/>
                    <a:pt x="99353" y="71624"/>
                  </a:cubicBezTo>
                  <a:lnTo>
                    <a:pt x="118801" y="71624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4550716" y="4871499"/>
              <a:ext cx="3294601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Split: </a:t>
              </a:r>
              <a:r>
                <a:rPr lang="en-US" sz="1003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80% Train / 20% Val</a:t>
              </a:r>
              <a:endParaRPr lang="en-US" sz="16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8130321" y="979927"/>
              <a:ext cx="3748324" cy="4241734"/>
            </a:xfrm>
            <a:custGeom>
              <a:avLst/>
              <a:gdLst/>
              <a:ahLst/>
              <a:cxnLst/>
              <a:rect l="l" t="t" r="r" b="b"/>
              <a:pathLst>
                <a:path w="3748324" h="4241734">
                  <a:moveTo>
                    <a:pt x="127331" y="0"/>
                  </a:moveTo>
                  <a:lnTo>
                    <a:pt x="3620993" y="0"/>
                  </a:lnTo>
                  <a:cubicBezTo>
                    <a:pt x="3691316" y="0"/>
                    <a:pt x="3748324" y="57008"/>
                    <a:pt x="3748324" y="127331"/>
                  </a:cubicBezTo>
                  <a:lnTo>
                    <a:pt x="3748324" y="4114403"/>
                  </a:lnTo>
                  <a:cubicBezTo>
                    <a:pt x="3748324" y="4184726"/>
                    <a:pt x="3691316" y="4241734"/>
                    <a:pt x="3620993" y="4241734"/>
                  </a:cubicBezTo>
                  <a:lnTo>
                    <a:pt x="127331" y="4241734"/>
                  </a:lnTo>
                  <a:cubicBezTo>
                    <a:pt x="57008" y="4241734"/>
                    <a:pt x="0" y="4184726"/>
                    <a:pt x="0" y="4114403"/>
                  </a:cubicBezTo>
                  <a:lnTo>
                    <a:pt x="0" y="127331"/>
                  </a:lnTo>
                  <a:cubicBezTo>
                    <a:pt x="0" y="57008"/>
                    <a:pt x="57008" y="0"/>
                    <a:pt x="12733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/>
                </a:gs>
                <a:gs pos="100000">
                  <a:srgbClr val="0D4F4F">
                    <a:alpha val="90000"/>
                  </a:srgbClr>
                </a:gs>
              </a:gsLst>
              <a:lin ang="2700000" scaled="1"/>
            </a:gradFill>
            <a:ln/>
          </p:spPr>
        </p:sp>
        <p:sp>
          <p:nvSpPr>
            <p:cNvPr id="50" name="Shape 48"/>
            <p:cNvSpPr/>
            <p:nvPr/>
          </p:nvSpPr>
          <p:spPr>
            <a:xfrm>
              <a:off x="8289486" y="1139092"/>
              <a:ext cx="445661" cy="445661"/>
            </a:xfrm>
            <a:custGeom>
              <a:avLst/>
              <a:gdLst/>
              <a:ahLst/>
              <a:cxnLst/>
              <a:rect l="l" t="t" r="r" b="b"/>
              <a:pathLst>
                <a:path w="445661" h="445661">
                  <a:moveTo>
                    <a:pt x="95501" y="0"/>
                  </a:moveTo>
                  <a:lnTo>
                    <a:pt x="350160" y="0"/>
                  </a:lnTo>
                  <a:cubicBezTo>
                    <a:pt x="402903" y="0"/>
                    <a:pt x="445661" y="42757"/>
                    <a:pt x="445661" y="95501"/>
                  </a:cubicBezTo>
                  <a:lnTo>
                    <a:pt x="445661" y="350160"/>
                  </a:lnTo>
                  <a:cubicBezTo>
                    <a:pt x="445661" y="402903"/>
                    <a:pt x="402903" y="445661"/>
                    <a:pt x="350160" y="445661"/>
                  </a:cubicBezTo>
                  <a:lnTo>
                    <a:pt x="95501" y="445661"/>
                  </a:lnTo>
                  <a:cubicBezTo>
                    <a:pt x="42757" y="445661"/>
                    <a:pt x="0" y="402903"/>
                    <a:pt x="0" y="350160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8365089" y="1242549"/>
              <a:ext cx="298433" cy="238747"/>
            </a:xfrm>
            <a:custGeom>
              <a:avLst/>
              <a:gdLst/>
              <a:ahLst/>
              <a:cxnLst/>
              <a:rect l="l" t="t" r="r" b="b"/>
              <a:pathLst>
                <a:path w="298433" h="238747">
                  <a:moveTo>
                    <a:pt x="149217" y="0"/>
                  </a:moveTo>
                  <a:cubicBezTo>
                    <a:pt x="157470" y="0"/>
                    <a:pt x="164138" y="6668"/>
                    <a:pt x="164138" y="14922"/>
                  </a:cubicBezTo>
                  <a:lnTo>
                    <a:pt x="164138" y="111913"/>
                  </a:lnTo>
                  <a:cubicBezTo>
                    <a:pt x="164138" y="116016"/>
                    <a:pt x="167496" y="119373"/>
                    <a:pt x="171599" y="119373"/>
                  </a:cubicBezTo>
                  <a:cubicBezTo>
                    <a:pt x="175703" y="119373"/>
                    <a:pt x="179060" y="116016"/>
                    <a:pt x="179060" y="111913"/>
                  </a:cubicBezTo>
                  <a:lnTo>
                    <a:pt x="179060" y="29843"/>
                  </a:lnTo>
                  <a:cubicBezTo>
                    <a:pt x="179060" y="21590"/>
                    <a:pt x="185728" y="14922"/>
                    <a:pt x="193982" y="14922"/>
                  </a:cubicBezTo>
                  <a:cubicBezTo>
                    <a:pt x="202235" y="14922"/>
                    <a:pt x="208903" y="21590"/>
                    <a:pt x="208903" y="29843"/>
                  </a:cubicBezTo>
                  <a:lnTo>
                    <a:pt x="208903" y="111913"/>
                  </a:lnTo>
                  <a:cubicBezTo>
                    <a:pt x="208903" y="116016"/>
                    <a:pt x="212261" y="119373"/>
                    <a:pt x="216364" y="119373"/>
                  </a:cubicBezTo>
                  <a:cubicBezTo>
                    <a:pt x="220468" y="119373"/>
                    <a:pt x="223825" y="116016"/>
                    <a:pt x="223825" y="111913"/>
                  </a:cubicBezTo>
                  <a:lnTo>
                    <a:pt x="223825" y="59687"/>
                  </a:lnTo>
                  <a:cubicBezTo>
                    <a:pt x="223825" y="51433"/>
                    <a:pt x="230493" y="44765"/>
                    <a:pt x="238747" y="44765"/>
                  </a:cubicBezTo>
                  <a:cubicBezTo>
                    <a:pt x="247000" y="44765"/>
                    <a:pt x="253668" y="51433"/>
                    <a:pt x="253668" y="59687"/>
                  </a:cubicBezTo>
                  <a:lnTo>
                    <a:pt x="253668" y="142782"/>
                  </a:lnTo>
                  <a:cubicBezTo>
                    <a:pt x="244715" y="145300"/>
                    <a:pt x="237488" y="152294"/>
                    <a:pt x="234830" y="161574"/>
                  </a:cubicBezTo>
                  <a:lnTo>
                    <a:pt x="231799" y="172159"/>
                  </a:lnTo>
                  <a:lnTo>
                    <a:pt x="221214" y="175190"/>
                  </a:lnTo>
                  <a:cubicBezTo>
                    <a:pt x="209463" y="178547"/>
                    <a:pt x="201396" y="189272"/>
                    <a:pt x="201396" y="201489"/>
                  </a:cubicBezTo>
                  <a:cubicBezTo>
                    <a:pt x="201396" y="211794"/>
                    <a:pt x="207178" y="221074"/>
                    <a:pt x="216038" y="225690"/>
                  </a:cubicBezTo>
                  <a:cubicBezTo>
                    <a:pt x="203215" y="233990"/>
                    <a:pt x="187966" y="238793"/>
                    <a:pt x="171553" y="238793"/>
                  </a:cubicBezTo>
                  <a:lnTo>
                    <a:pt x="162600" y="238793"/>
                  </a:lnTo>
                  <a:cubicBezTo>
                    <a:pt x="134808" y="238793"/>
                    <a:pt x="108089" y="228115"/>
                    <a:pt x="87991" y="208950"/>
                  </a:cubicBezTo>
                  <a:lnTo>
                    <a:pt x="35625" y="159009"/>
                  </a:lnTo>
                  <a:cubicBezTo>
                    <a:pt x="28165" y="151921"/>
                    <a:pt x="27885" y="140077"/>
                    <a:pt x="34973" y="132616"/>
                  </a:cubicBezTo>
                  <a:cubicBezTo>
                    <a:pt x="42060" y="125156"/>
                    <a:pt x="53905" y="124876"/>
                    <a:pt x="61365" y="131964"/>
                  </a:cubicBezTo>
                  <a:lnTo>
                    <a:pt x="89577" y="158823"/>
                  </a:lnTo>
                  <a:cubicBezTo>
                    <a:pt x="89577" y="158123"/>
                    <a:pt x="89530" y="157377"/>
                    <a:pt x="89530" y="156678"/>
                  </a:cubicBezTo>
                  <a:lnTo>
                    <a:pt x="89530" y="29843"/>
                  </a:lnTo>
                  <a:cubicBezTo>
                    <a:pt x="89530" y="21590"/>
                    <a:pt x="96198" y="14922"/>
                    <a:pt x="104452" y="14922"/>
                  </a:cubicBezTo>
                  <a:cubicBezTo>
                    <a:pt x="112705" y="14922"/>
                    <a:pt x="119373" y="21590"/>
                    <a:pt x="119373" y="29843"/>
                  </a:cubicBezTo>
                  <a:lnTo>
                    <a:pt x="119373" y="111913"/>
                  </a:lnTo>
                  <a:cubicBezTo>
                    <a:pt x="119373" y="116016"/>
                    <a:pt x="122731" y="119373"/>
                    <a:pt x="126834" y="119373"/>
                  </a:cubicBezTo>
                  <a:cubicBezTo>
                    <a:pt x="130938" y="119373"/>
                    <a:pt x="134295" y="116016"/>
                    <a:pt x="134295" y="111913"/>
                  </a:cubicBezTo>
                  <a:lnTo>
                    <a:pt x="134295" y="14922"/>
                  </a:lnTo>
                  <a:cubicBezTo>
                    <a:pt x="134295" y="6668"/>
                    <a:pt x="140963" y="0"/>
                    <a:pt x="149217" y="0"/>
                  </a:cubicBezTo>
                  <a:close/>
                  <a:moveTo>
                    <a:pt x="145813" y="152294"/>
                  </a:moveTo>
                  <a:cubicBezTo>
                    <a:pt x="145300" y="150476"/>
                    <a:pt x="143621" y="149217"/>
                    <a:pt x="141756" y="149217"/>
                  </a:cubicBezTo>
                  <a:cubicBezTo>
                    <a:pt x="139891" y="149217"/>
                    <a:pt x="138212" y="150476"/>
                    <a:pt x="137699" y="152294"/>
                  </a:cubicBezTo>
                  <a:lnTo>
                    <a:pt x="134295" y="164138"/>
                  </a:lnTo>
                  <a:lnTo>
                    <a:pt x="122451" y="167542"/>
                  </a:lnTo>
                  <a:cubicBezTo>
                    <a:pt x="120632" y="168055"/>
                    <a:pt x="119373" y="169734"/>
                    <a:pt x="119373" y="171599"/>
                  </a:cubicBezTo>
                  <a:cubicBezTo>
                    <a:pt x="119373" y="173464"/>
                    <a:pt x="120632" y="175143"/>
                    <a:pt x="122451" y="175656"/>
                  </a:cubicBezTo>
                  <a:lnTo>
                    <a:pt x="134295" y="179060"/>
                  </a:lnTo>
                  <a:lnTo>
                    <a:pt x="137699" y="190904"/>
                  </a:lnTo>
                  <a:cubicBezTo>
                    <a:pt x="138212" y="192723"/>
                    <a:pt x="139891" y="193982"/>
                    <a:pt x="141756" y="193982"/>
                  </a:cubicBezTo>
                  <a:cubicBezTo>
                    <a:pt x="143621" y="193982"/>
                    <a:pt x="145300" y="192723"/>
                    <a:pt x="145813" y="190904"/>
                  </a:cubicBezTo>
                  <a:lnTo>
                    <a:pt x="149217" y="179060"/>
                  </a:lnTo>
                  <a:lnTo>
                    <a:pt x="161061" y="175656"/>
                  </a:lnTo>
                  <a:cubicBezTo>
                    <a:pt x="162879" y="175143"/>
                    <a:pt x="164138" y="173464"/>
                    <a:pt x="164138" y="171599"/>
                  </a:cubicBezTo>
                  <a:cubicBezTo>
                    <a:pt x="164138" y="169734"/>
                    <a:pt x="162879" y="168055"/>
                    <a:pt x="161061" y="167542"/>
                  </a:cubicBezTo>
                  <a:lnTo>
                    <a:pt x="149217" y="164138"/>
                  </a:lnTo>
                  <a:lnTo>
                    <a:pt x="145813" y="152294"/>
                  </a:lnTo>
                  <a:close/>
                  <a:moveTo>
                    <a:pt x="48495" y="55956"/>
                  </a:moveTo>
                  <a:lnTo>
                    <a:pt x="71018" y="62391"/>
                  </a:lnTo>
                  <a:cubicBezTo>
                    <a:pt x="73163" y="62997"/>
                    <a:pt x="74608" y="64956"/>
                    <a:pt x="74608" y="67148"/>
                  </a:cubicBezTo>
                  <a:cubicBezTo>
                    <a:pt x="74608" y="69339"/>
                    <a:pt x="73163" y="71298"/>
                    <a:pt x="71018" y="71904"/>
                  </a:cubicBezTo>
                  <a:lnTo>
                    <a:pt x="48495" y="78339"/>
                  </a:lnTo>
                  <a:lnTo>
                    <a:pt x="42060" y="100861"/>
                  </a:lnTo>
                  <a:cubicBezTo>
                    <a:pt x="41454" y="103006"/>
                    <a:pt x="39496" y="104452"/>
                    <a:pt x="37304" y="104452"/>
                  </a:cubicBezTo>
                  <a:cubicBezTo>
                    <a:pt x="35113" y="104452"/>
                    <a:pt x="33154" y="103006"/>
                    <a:pt x="32548" y="100861"/>
                  </a:cubicBezTo>
                  <a:lnTo>
                    <a:pt x="26113" y="78339"/>
                  </a:lnTo>
                  <a:lnTo>
                    <a:pt x="3591" y="71904"/>
                  </a:lnTo>
                  <a:cubicBezTo>
                    <a:pt x="1446" y="71298"/>
                    <a:pt x="0" y="69339"/>
                    <a:pt x="0" y="67148"/>
                  </a:cubicBezTo>
                  <a:cubicBezTo>
                    <a:pt x="0" y="64956"/>
                    <a:pt x="1446" y="62997"/>
                    <a:pt x="3591" y="62391"/>
                  </a:cubicBezTo>
                  <a:lnTo>
                    <a:pt x="26113" y="55956"/>
                  </a:lnTo>
                  <a:lnTo>
                    <a:pt x="32548" y="33434"/>
                  </a:lnTo>
                  <a:cubicBezTo>
                    <a:pt x="33154" y="31289"/>
                    <a:pt x="35113" y="29843"/>
                    <a:pt x="37304" y="29843"/>
                  </a:cubicBezTo>
                  <a:cubicBezTo>
                    <a:pt x="39496" y="29843"/>
                    <a:pt x="41454" y="31289"/>
                    <a:pt x="42060" y="33434"/>
                  </a:cubicBezTo>
                  <a:lnTo>
                    <a:pt x="48495" y="55956"/>
                  </a:lnTo>
                  <a:close/>
                  <a:moveTo>
                    <a:pt x="272320" y="190251"/>
                  </a:moveTo>
                  <a:lnTo>
                    <a:pt x="294843" y="196686"/>
                  </a:lnTo>
                  <a:cubicBezTo>
                    <a:pt x="296988" y="197292"/>
                    <a:pt x="298433" y="199251"/>
                    <a:pt x="298433" y="201443"/>
                  </a:cubicBezTo>
                  <a:cubicBezTo>
                    <a:pt x="298433" y="203634"/>
                    <a:pt x="296988" y="205593"/>
                    <a:pt x="294843" y="206199"/>
                  </a:cubicBezTo>
                  <a:lnTo>
                    <a:pt x="272320" y="212634"/>
                  </a:lnTo>
                  <a:lnTo>
                    <a:pt x="265886" y="235156"/>
                  </a:lnTo>
                  <a:cubicBezTo>
                    <a:pt x="265279" y="237301"/>
                    <a:pt x="263321" y="238747"/>
                    <a:pt x="261129" y="238747"/>
                  </a:cubicBezTo>
                  <a:cubicBezTo>
                    <a:pt x="258938" y="238747"/>
                    <a:pt x="256979" y="237301"/>
                    <a:pt x="256373" y="235156"/>
                  </a:cubicBezTo>
                  <a:lnTo>
                    <a:pt x="249938" y="212634"/>
                  </a:lnTo>
                  <a:lnTo>
                    <a:pt x="227416" y="206199"/>
                  </a:lnTo>
                  <a:cubicBezTo>
                    <a:pt x="225271" y="205593"/>
                    <a:pt x="223825" y="203634"/>
                    <a:pt x="223825" y="201443"/>
                  </a:cubicBezTo>
                  <a:cubicBezTo>
                    <a:pt x="223825" y="199251"/>
                    <a:pt x="225271" y="197292"/>
                    <a:pt x="227416" y="196686"/>
                  </a:cubicBezTo>
                  <a:lnTo>
                    <a:pt x="249938" y="190251"/>
                  </a:lnTo>
                  <a:lnTo>
                    <a:pt x="256373" y="167729"/>
                  </a:lnTo>
                  <a:cubicBezTo>
                    <a:pt x="256979" y="165584"/>
                    <a:pt x="258938" y="164138"/>
                    <a:pt x="261129" y="164138"/>
                  </a:cubicBezTo>
                  <a:cubicBezTo>
                    <a:pt x="263321" y="164138"/>
                    <a:pt x="265279" y="165584"/>
                    <a:pt x="265886" y="167729"/>
                  </a:cubicBezTo>
                  <a:lnTo>
                    <a:pt x="272320" y="190251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8830645" y="1155008"/>
              <a:ext cx="954987" cy="222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3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Nail Disease</a:t>
              </a:r>
              <a:endParaRPr lang="en-US" sz="16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8830645" y="1377839"/>
              <a:ext cx="939070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nailZip Dataset</a:t>
              </a:r>
              <a:endParaRPr lang="en-US" sz="16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8289486" y="1712084"/>
              <a:ext cx="3429995" cy="763990"/>
            </a:xfrm>
            <a:custGeom>
              <a:avLst/>
              <a:gdLst/>
              <a:ahLst/>
              <a:cxnLst/>
              <a:rect l="l" t="t" r="r" b="b"/>
              <a:pathLst>
                <a:path w="3429995" h="763990">
                  <a:moveTo>
                    <a:pt x="95499" y="0"/>
                  </a:moveTo>
                  <a:lnTo>
                    <a:pt x="3334496" y="0"/>
                  </a:lnTo>
                  <a:cubicBezTo>
                    <a:pt x="3387239" y="0"/>
                    <a:pt x="3429995" y="42756"/>
                    <a:pt x="3429995" y="95499"/>
                  </a:cubicBezTo>
                  <a:lnTo>
                    <a:pt x="3429995" y="668491"/>
                  </a:lnTo>
                  <a:cubicBezTo>
                    <a:pt x="3429995" y="721233"/>
                    <a:pt x="3387239" y="763990"/>
                    <a:pt x="3334496" y="763990"/>
                  </a:cubicBezTo>
                  <a:lnTo>
                    <a:pt x="95499" y="763990"/>
                  </a:lnTo>
                  <a:cubicBezTo>
                    <a:pt x="42756" y="763990"/>
                    <a:pt x="0" y="721233"/>
                    <a:pt x="0" y="668491"/>
                  </a:cubicBezTo>
                  <a:lnTo>
                    <a:pt x="0" y="95499"/>
                  </a:lnTo>
                  <a:cubicBezTo>
                    <a:pt x="0" y="42792"/>
                    <a:pt x="42792" y="0"/>
                    <a:pt x="954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55" name="Text 53"/>
            <p:cNvSpPr/>
            <p:nvPr/>
          </p:nvSpPr>
          <p:spPr>
            <a:xfrm>
              <a:off x="8416817" y="1871249"/>
              <a:ext cx="469535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Classes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1487200" y="1839416"/>
              <a:ext cx="198956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8416817" y="2157745"/>
              <a:ext cx="323899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Healthy, Onychomycosis, Psoriasis</a:t>
              </a:r>
              <a:endParaRPr lang="en-US" sz="16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8289486" y="2571572"/>
              <a:ext cx="3429995" cy="572992"/>
            </a:xfrm>
            <a:custGeom>
              <a:avLst/>
              <a:gdLst/>
              <a:ahLst/>
              <a:cxnLst/>
              <a:rect l="l" t="t" r="r" b="b"/>
              <a:pathLst>
                <a:path w="3429995" h="572992">
                  <a:moveTo>
                    <a:pt x="95501" y="0"/>
                  </a:moveTo>
                  <a:lnTo>
                    <a:pt x="3334494" y="0"/>
                  </a:lnTo>
                  <a:cubicBezTo>
                    <a:pt x="3387238" y="0"/>
                    <a:pt x="3429995" y="42757"/>
                    <a:pt x="3429995" y="95501"/>
                  </a:cubicBezTo>
                  <a:lnTo>
                    <a:pt x="3429995" y="477492"/>
                  </a:lnTo>
                  <a:cubicBezTo>
                    <a:pt x="3429995" y="530235"/>
                    <a:pt x="3387238" y="572992"/>
                    <a:pt x="3334494" y="572992"/>
                  </a:cubicBezTo>
                  <a:lnTo>
                    <a:pt x="95501" y="572992"/>
                  </a:lnTo>
                  <a:cubicBezTo>
                    <a:pt x="42757" y="572992"/>
                    <a:pt x="0" y="530235"/>
                    <a:pt x="0" y="477492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59" name="Text 57"/>
            <p:cNvSpPr/>
            <p:nvPr/>
          </p:nvSpPr>
          <p:spPr>
            <a:xfrm>
              <a:off x="8416817" y="2730737"/>
              <a:ext cx="939070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Training Images</a:t>
              </a:r>
              <a:endParaRPr lang="en-US" sz="16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11280286" y="2698904"/>
              <a:ext cx="405869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933</a:t>
              </a:r>
              <a:endParaRPr lang="en-US" sz="16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8289486" y="3240063"/>
              <a:ext cx="3429995" cy="572992"/>
            </a:xfrm>
            <a:custGeom>
              <a:avLst/>
              <a:gdLst/>
              <a:ahLst/>
              <a:cxnLst/>
              <a:rect l="l" t="t" r="r" b="b"/>
              <a:pathLst>
                <a:path w="3429995" h="572992">
                  <a:moveTo>
                    <a:pt x="95501" y="0"/>
                  </a:moveTo>
                  <a:lnTo>
                    <a:pt x="3334494" y="0"/>
                  </a:lnTo>
                  <a:cubicBezTo>
                    <a:pt x="3387238" y="0"/>
                    <a:pt x="3429995" y="42757"/>
                    <a:pt x="3429995" y="95501"/>
                  </a:cubicBezTo>
                  <a:lnTo>
                    <a:pt x="3429995" y="477492"/>
                  </a:lnTo>
                  <a:cubicBezTo>
                    <a:pt x="3429995" y="530235"/>
                    <a:pt x="3387238" y="572992"/>
                    <a:pt x="3334494" y="572992"/>
                  </a:cubicBezTo>
                  <a:lnTo>
                    <a:pt x="95501" y="572992"/>
                  </a:lnTo>
                  <a:cubicBezTo>
                    <a:pt x="42757" y="572992"/>
                    <a:pt x="0" y="530235"/>
                    <a:pt x="0" y="477492"/>
                  </a:cubicBezTo>
                  <a:lnTo>
                    <a:pt x="0" y="95501"/>
                  </a:lnTo>
                  <a:cubicBezTo>
                    <a:pt x="0" y="42757"/>
                    <a:pt x="42757" y="0"/>
                    <a:pt x="95501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62" name="Text 60"/>
            <p:cNvSpPr/>
            <p:nvPr/>
          </p:nvSpPr>
          <p:spPr>
            <a:xfrm>
              <a:off x="8416817" y="3399228"/>
              <a:ext cx="104252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Validation Images</a:t>
              </a:r>
              <a:endParaRPr lang="en-US" sz="16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11328035" y="3367395"/>
              <a:ext cx="358120" cy="254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4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231</a:t>
              </a:r>
              <a:endParaRPr lang="en-US" sz="16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8289486" y="3908554"/>
              <a:ext cx="3429995" cy="700324"/>
            </a:xfrm>
            <a:custGeom>
              <a:avLst/>
              <a:gdLst/>
              <a:ahLst/>
              <a:cxnLst/>
              <a:rect l="l" t="t" r="r" b="b"/>
              <a:pathLst>
                <a:path w="3429995" h="700324">
                  <a:moveTo>
                    <a:pt x="95496" y="0"/>
                  </a:moveTo>
                  <a:lnTo>
                    <a:pt x="3334499" y="0"/>
                  </a:lnTo>
                  <a:cubicBezTo>
                    <a:pt x="3387240" y="0"/>
                    <a:pt x="3429995" y="42755"/>
                    <a:pt x="3429995" y="95496"/>
                  </a:cubicBezTo>
                  <a:lnTo>
                    <a:pt x="3429995" y="604828"/>
                  </a:lnTo>
                  <a:cubicBezTo>
                    <a:pt x="3429995" y="657569"/>
                    <a:pt x="3387240" y="700324"/>
                    <a:pt x="3334499" y="700324"/>
                  </a:cubicBezTo>
                  <a:lnTo>
                    <a:pt x="95496" y="700324"/>
                  </a:lnTo>
                  <a:cubicBezTo>
                    <a:pt x="42755" y="700324"/>
                    <a:pt x="0" y="657569"/>
                    <a:pt x="0" y="604828"/>
                  </a:cubicBezTo>
                  <a:lnTo>
                    <a:pt x="0" y="95496"/>
                  </a:lnTo>
                  <a:cubicBezTo>
                    <a:pt x="0" y="42755"/>
                    <a:pt x="42755" y="0"/>
                    <a:pt x="95496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8432734" y="4067719"/>
              <a:ext cx="127332" cy="127332"/>
            </a:xfrm>
            <a:custGeom>
              <a:avLst/>
              <a:gdLst/>
              <a:ahLst/>
              <a:cxnLst/>
              <a:rect l="l" t="t" r="r" b="b"/>
              <a:pathLst>
                <a:path w="127332" h="127332">
                  <a:moveTo>
                    <a:pt x="7958" y="15916"/>
                  </a:moveTo>
                  <a:cubicBezTo>
                    <a:pt x="3556" y="15916"/>
                    <a:pt x="0" y="19473"/>
                    <a:pt x="0" y="23875"/>
                  </a:cubicBezTo>
                  <a:cubicBezTo>
                    <a:pt x="0" y="28277"/>
                    <a:pt x="3556" y="31833"/>
                    <a:pt x="7958" y="31833"/>
                  </a:cubicBezTo>
                  <a:lnTo>
                    <a:pt x="29520" y="31833"/>
                  </a:lnTo>
                  <a:cubicBezTo>
                    <a:pt x="32579" y="38871"/>
                    <a:pt x="39592" y="43770"/>
                    <a:pt x="47749" y="43770"/>
                  </a:cubicBezTo>
                  <a:cubicBezTo>
                    <a:pt x="55907" y="43770"/>
                    <a:pt x="62920" y="38871"/>
                    <a:pt x="65979" y="31833"/>
                  </a:cubicBezTo>
                  <a:lnTo>
                    <a:pt x="119373" y="31833"/>
                  </a:lnTo>
                  <a:cubicBezTo>
                    <a:pt x="123775" y="31833"/>
                    <a:pt x="127332" y="28277"/>
                    <a:pt x="127332" y="23875"/>
                  </a:cubicBezTo>
                  <a:cubicBezTo>
                    <a:pt x="127332" y="19473"/>
                    <a:pt x="123775" y="15916"/>
                    <a:pt x="119373" y="15916"/>
                  </a:cubicBezTo>
                  <a:lnTo>
                    <a:pt x="65979" y="15916"/>
                  </a:lnTo>
                  <a:cubicBezTo>
                    <a:pt x="62920" y="8878"/>
                    <a:pt x="55907" y="3979"/>
                    <a:pt x="47749" y="3979"/>
                  </a:cubicBezTo>
                  <a:cubicBezTo>
                    <a:pt x="39592" y="3979"/>
                    <a:pt x="32579" y="8878"/>
                    <a:pt x="29520" y="15916"/>
                  </a:cubicBezTo>
                  <a:lnTo>
                    <a:pt x="7958" y="15916"/>
                  </a:lnTo>
                  <a:close/>
                  <a:moveTo>
                    <a:pt x="7958" y="55708"/>
                  </a:moveTo>
                  <a:cubicBezTo>
                    <a:pt x="3556" y="55708"/>
                    <a:pt x="0" y="59264"/>
                    <a:pt x="0" y="63666"/>
                  </a:cubicBezTo>
                  <a:cubicBezTo>
                    <a:pt x="0" y="68068"/>
                    <a:pt x="3556" y="71624"/>
                    <a:pt x="7958" y="71624"/>
                  </a:cubicBezTo>
                  <a:lnTo>
                    <a:pt x="69311" y="71624"/>
                  </a:lnTo>
                  <a:cubicBezTo>
                    <a:pt x="72370" y="78662"/>
                    <a:pt x="79383" y="83561"/>
                    <a:pt x="87540" y="83561"/>
                  </a:cubicBezTo>
                  <a:cubicBezTo>
                    <a:pt x="95698" y="83561"/>
                    <a:pt x="102711" y="78662"/>
                    <a:pt x="105770" y="71624"/>
                  </a:cubicBezTo>
                  <a:lnTo>
                    <a:pt x="119373" y="71624"/>
                  </a:lnTo>
                  <a:cubicBezTo>
                    <a:pt x="123775" y="71624"/>
                    <a:pt x="127332" y="68068"/>
                    <a:pt x="127332" y="63666"/>
                  </a:cubicBezTo>
                  <a:cubicBezTo>
                    <a:pt x="127332" y="59264"/>
                    <a:pt x="123775" y="55708"/>
                    <a:pt x="119373" y="55708"/>
                  </a:cubicBezTo>
                  <a:lnTo>
                    <a:pt x="105770" y="55708"/>
                  </a:lnTo>
                  <a:cubicBezTo>
                    <a:pt x="102711" y="48670"/>
                    <a:pt x="95698" y="43770"/>
                    <a:pt x="87540" y="43770"/>
                  </a:cubicBezTo>
                  <a:cubicBezTo>
                    <a:pt x="79383" y="43770"/>
                    <a:pt x="72370" y="48670"/>
                    <a:pt x="69311" y="55708"/>
                  </a:cubicBezTo>
                  <a:lnTo>
                    <a:pt x="7958" y="55708"/>
                  </a:lnTo>
                  <a:close/>
                  <a:moveTo>
                    <a:pt x="7958" y="95499"/>
                  </a:moveTo>
                  <a:cubicBezTo>
                    <a:pt x="3556" y="95499"/>
                    <a:pt x="0" y="99055"/>
                    <a:pt x="0" y="103457"/>
                  </a:cubicBezTo>
                  <a:cubicBezTo>
                    <a:pt x="0" y="107859"/>
                    <a:pt x="3556" y="111415"/>
                    <a:pt x="7958" y="111415"/>
                  </a:cubicBezTo>
                  <a:lnTo>
                    <a:pt x="21562" y="111415"/>
                  </a:lnTo>
                  <a:cubicBezTo>
                    <a:pt x="24621" y="118453"/>
                    <a:pt x="31634" y="123352"/>
                    <a:pt x="39791" y="123352"/>
                  </a:cubicBezTo>
                  <a:cubicBezTo>
                    <a:pt x="47948" y="123352"/>
                    <a:pt x="54961" y="118453"/>
                    <a:pt x="58020" y="111415"/>
                  </a:cubicBezTo>
                  <a:lnTo>
                    <a:pt x="119373" y="111415"/>
                  </a:lnTo>
                  <a:cubicBezTo>
                    <a:pt x="123775" y="111415"/>
                    <a:pt x="127332" y="107859"/>
                    <a:pt x="127332" y="103457"/>
                  </a:cubicBezTo>
                  <a:cubicBezTo>
                    <a:pt x="127332" y="99055"/>
                    <a:pt x="123775" y="95499"/>
                    <a:pt x="119373" y="95499"/>
                  </a:cubicBezTo>
                  <a:lnTo>
                    <a:pt x="58020" y="95499"/>
                  </a:lnTo>
                  <a:cubicBezTo>
                    <a:pt x="54961" y="88461"/>
                    <a:pt x="47948" y="83561"/>
                    <a:pt x="39791" y="83561"/>
                  </a:cubicBezTo>
                  <a:cubicBezTo>
                    <a:pt x="31634" y="83561"/>
                    <a:pt x="24621" y="88461"/>
                    <a:pt x="21562" y="95499"/>
                  </a:cubicBezTo>
                  <a:lnTo>
                    <a:pt x="7958" y="95499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66" name="Text 64"/>
            <p:cNvSpPr/>
            <p:nvPr/>
          </p:nvSpPr>
          <p:spPr>
            <a:xfrm>
              <a:off x="8615877" y="4035886"/>
              <a:ext cx="303993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Preprocessing</a:t>
              </a:r>
              <a:endParaRPr lang="en-US" sz="16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8416817" y="4290549"/>
              <a:ext cx="3238997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3" dirty="0">
                  <a:solidFill>
                    <a:srgbClr val="FFFFFF">
                      <a:alpha val="8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Rescale to [0, 1] (÷ 255)</a:t>
              </a:r>
              <a:endParaRPr lang="en-US" sz="16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8289486" y="4740189"/>
              <a:ext cx="3429995" cy="7958"/>
            </a:xfrm>
            <a:custGeom>
              <a:avLst/>
              <a:gdLst/>
              <a:ahLst/>
              <a:cxnLst/>
              <a:rect l="l" t="t" r="r" b="b"/>
              <a:pathLst>
                <a:path w="3429995" h="7958">
                  <a:moveTo>
                    <a:pt x="0" y="0"/>
                  </a:moveTo>
                  <a:lnTo>
                    <a:pt x="3429995" y="0"/>
                  </a:lnTo>
                  <a:lnTo>
                    <a:pt x="3429995" y="7958"/>
                  </a:lnTo>
                  <a:lnTo>
                    <a:pt x="0" y="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9172102" y="4903332"/>
              <a:ext cx="143248" cy="127332"/>
            </a:xfrm>
            <a:custGeom>
              <a:avLst/>
              <a:gdLst/>
              <a:ahLst/>
              <a:cxnLst/>
              <a:rect l="l" t="t" r="r" b="b"/>
              <a:pathLst>
                <a:path w="143248" h="127332">
                  <a:moveTo>
                    <a:pt x="127431" y="59687"/>
                  </a:moveTo>
                  <a:lnTo>
                    <a:pt x="83661" y="59687"/>
                  </a:lnTo>
                  <a:cubicBezTo>
                    <a:pt x="79259" y="59687"/>
                    <a:pt x="75703" y="56130"/>
                    <a:pt x="75703" y="51728"/>
                  </a:cubicBezTo>
                  <a:lnTo>
                    <a:pt x="75703" y="7958"/>
                  </a:lnTo>
                  <a:cubicBezTo>
                    <a:pt x="75703" y="3556"/>
                    <a:pt x="79284" y="-50"/>
                    <a:pt x="83636" y="522"/>
                  </a:cubicBezTo>
                  <a:cubicBezTo>
                    <a:pt x="110246" y="4054"/>
                    <a:pt x="131336" y="25143"/>
                    <a:pt x="134867" y="51753"/>
                  </a:cubicBezTo>
                  <a:cubicBezTo>
                    <a:pt x="135439" y="56105"/>
                    <a:pt x="131833" y="59687"/>
                    <a:pt x="127431" y="59687"/>
                  </a:cubicBezTo>
                  <a:close/>
                  <a:moveTo>
                    <a:pt x="55359" y="9251"/>
                  </a:moveTo>
                  <a:cubicBezTo>
                    <a:pt x="59861" y="8306"/>
                    <a:pt x="63765" y="11987"/>
                    <a:pt x="63765" y="16588"/>
                  </a:cubicBezTo>
                  <a:lnTo>
                    <a:pt x="63765" y="65655"/>
                  </a:lnTo>
                  <a:cubicBezTo>
                    <a:pt x="63765" y="67048"/>
                    <a:pt x="64263" y="68391"/>
                    <a:pt x="65133" y="69460"/>
                  </a:cubicBezTo>
                  <a:lnTo>
                    <a:pt x="97986" y="109102"/>
                  </a:lnTo>
                  <a:cubicBezTo>
                    <a:pt x="100895" y="112609"/>
                    <a:pt x="100274" y="117906"/>
                    <a:pt x="96270" y="120070"/>
                  </a:cubicBezTo>
                  <a:cubicBezTo>
                    <a:pt x="87789" y="124695"/>
                    <a:pt x="78065" y="127332"/>
                    <a:pt x="67744" y="127332"/>
                  </a:cubicBezTo>
                  <a:cubicBezTo>
                    <a:pt x="34792" y="127332"/>
                    <a:pt x="8058" y="100597"/>
                    <a:pt x="8058" y="67645"/>
                  </a:cubicBezTo>
                  <a:cubicBezTo>
                    <a:pt x="8058" y="38921"/>
                    <a:pt x="28326" y="14947"/>
                    <a:pt x="55359" y="9251"/>
                  </a:cubicBezTo>
                  <a:close/>
                  <a:moveTo>
                    <a:pt x="118826" y="71624"/>
                  </a:moveTo>
                  <a:lnTo>
                    <a:pt x="134743" y="71624"/>
                  </a:lnTo>
                  <a:cubicBezTo>
                    <a:pt x="139344" y="71624"/>
                    <a:pt x="143024" y="75529"/>
                    <a:pt x="142079" y="80030"/>
                  </a:cubicBezTo>
                  <a:cubicBezTo>
                    <a:pt x="139542" y="92067"/>
                    <a:pt x="133375" y="102761"/>
                    <a:pt x="124770" y="110918"/>
                  </a:cubicBezTo>
                  <a:cubicBezTo>
                    <a:pt x="121711" y="113827"/>
                    <a:pt x="116911" y="113206"/>
                    <a:pt x="114225" y="109948"/>
                  </a:cubicBezTo>
                  <a:lnTo>
                    <a:pt x="93236" y="84656"/>
                  </a:lnTo>
                  <a:cubicBezTo>
                    <a:pt x="88933" y="79458"/>
                    <a:pt x="92639" y="71624"/>
                    <a:pt x="99353" y="71624"/>
                  </a:cubicBezTo>
                  <a:lnTo>
                    <a:pt x="118801" y="71624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8456712" y="4871499"/>
              <a:ext cx="3294601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Split: </a:t>
              </a:r>
              <a:r>
                <a:rPr lang="en-US" sz="1003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80% Train / 20% Val</a:t>
              </a:r>
              <a:endParaRPr lang="en-US" sz="16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26287" y="5356951"/>
              <a:ext cx="11539426" cy="1360856"/>
            </a:xfrm>
            <a:custGeom>
              <a:avLst/>
              <a:gdLst/>
              <a:ahLst/>
              <a:cxnLst/>
              <a:rect l="l" t="t" r="r" b="b"/>
              <a:pathLst>
                <a:path w="11539426" h="1360856">
                  <a:moveTo>
                    <a:pt x="127335" y="0"/>
                  </a:moveTo>
                  <a:lnTo>
                    <a:pt x="11412090" y="0"/>
                  </a:lnTo>
                  <a:cubicBezTo>
                    <a:pt x="11482416" y="0"/>
                    <a:pt x="11539426" y="57010"/>
                    <a:pt x="11539426" y="127335"/>
                  </a:cubicBezTo>
                  <a:lnTo>
                    <a:pt x="11539426" y="1233521"/>
                  </a:lnTo>
                  <a:cubicBezTo>
                    <a:pt x="11539426" y="1303846"/>
                    <a:pt x="11482416" y="1360856"/>
                    <a:pt x="11412090" y="1360856"/>
                  </a:cubicBezTo>
                  <a:lnTo>
                    <a:pt x="127335" y="1360856"/>
                  </a:lnTo>
                  <a:cubicBezTo>
                    <a:pt x="57010" y="1360856"/>
                    <a:pt x="0" y="1303846"/>
                    <a:pt x="0" y="1233521"/>
                  </a:cubicBezTo>
                  <a:lnTo>
                    <a:pt x="0" y="127335"/>
                  </a:lnTo>
                  <a:cubicBezTo>
                    <a:pt x="0" y="57057"/>
                    <a:pt x="57057" y="0"/>
                    <a:pt x="12733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>
                    <a:alpha val="5000"/>
                  </a:srgbClr>
                </a:gs>
                <a:gs pos="100000">
                  <a:srgbClr val="00D4AA">
                    <a:alpha val="5000"/>
                  </a:srgbClr>
                </a:gs>
              </a:gsLst>
              <a:lin ang="0" scaled="1"/>
            </a:gradFill>
            <a:ln w="25400">
              <a:solidFill>
                <a:srgbClr val="00D4AA">
                  <a:alpha val="20000"/>
                </a:srgbClr>
              </a:solidFill>
              <a:prstDash val="solid"/>
            </a:ln>
          </p:spPr>
        </p:sp>
        <p:sp>
          <p:nvSpPr>
            <p:cNvPr id="72" name="Shape 70"/>
            <p:cNvSpPr/>
            <p:nvPr/>
          </p:nvSpPr>
          <p:spPr>
            <a:xfrm>
              <a:off x="485452" y="5508157"/>
              <a:ext cx="190997" cy="190997"/>
            </a:xfrm>
            <a:custGeom>
              <a:avLst/>
              <a:gdLst/>
              <a:ahLst/>
              <a:cxnLst/>
              <a:rect l="l" t="t" r="r" b="b"/>
              <a:pathLst>
                <a:path w="190997" h="190997">
                  <a:moveTo>
                    <a:pt x="148657" y="4551"/>
                  </a:moveTo>
                  <a:lnTo>
                    <a:pt x="115755" y="37453"/>
                  </a:lnTo>
                  <a:lnTo>
                    <a:pt x="153544" y="75243"/>
                  </a:lnTo>
                  <a:lnTo>
                    <a:pt x="186446" y="42340"/>
                  </a:lnTo>
                  <a:cubicBezTo>
                    <a:pt x="189356" y="39393"/>
                    <a:pt x="190997" y="35439"/>
                    <a:pt x="190997" y="31336"/>
                  </a:cubicBezTo>
                  <a:cubicBezTo>
                    <a:pt x="190997" y="27232"/>
                    <a:pt x="189356" y="23278"/>
                    <a:pt x="186446" y="20331"/>
                  </a:cubicBezTo>
                  <a:lnTo>
                    <a:pt x="170667" y="4551"/>
                  </a:lnTo>
                  <a:cubicBezTo>
                    <a:pt x="167720" y="1641"/>
                    <a:pt x="163765" y="0"/>
                    <a:pt x="159662" y="0"/>
                  </a:cubicBezTo>
                  <a:cubicBezTo>
                    <a:pt x="155558" y="0"/>
                    <a:pt x="151604" y="1641"/>
                    <a:pt x="148657" y="4551"/>
                  </a:cubicBezTo>
                  <a:close/>
                  <a:moveTo>
                    <a:pt x="103109" y="50100"/>
                  </a:moveTo>
                  <a:lnTo>
                    <a:pt x="4551" y="148657"/>
                  </a:lnTo>
                  <a:cubicBezTo>
                    <a:pt x="1641" y="151604"/>
                    <a:pt x="0" y="155558"/>
                    <a:pt x="0" y="159662"/>
                  </a:cubicBezTo>
                  <a:cubicBezTo>
                    <a:pt x="0" y="163765"/>
                    <a:pt x="1641" y="167720"/>
                    <a:pt x="4551" y="170667"/>
                  </a:cubicBezTo>
                  <a:lnTo>
                    <a:pt x="20331" y="186446"/>
                  </a:lnTo>
                  <a:cubicBezTo>
                    <a:pt x="23278" y="189356"/>
                    <a:pt x="27232" y="190997"/>
                    <a:pt x="31336" y="190997"/>
                  </a:cubicBezTo>
                  <a:cubicBezTo>
                    <a:pt x="35439" y="190997"/>
                    <a:pt x="39393" y="189356"/>
                    <a:pt x="42340" y="186446"/>
                  </a:cubicBezTo>
                  <a:lnTo>
                    <a:pt x="140898" y="87889"/>
                  </a:lnTo>
                  <a:lnTo>
                    <a:pt x="103109" y="50100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73" name="Text 71"/>
            <p:cNvSpPr/>
            <p:nvPr/>
          </p:nvSpPr>
          <p:spPr>
            <a:xfrm>
              <a:off x="795822" y="5492241"/>
              <a:ext cx="2180554" cy="2228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3" b="1" dirty="0">
                  <a:solidFill>
                    <a:srgbClr val="0D4F4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Data Augmentation (Training)</a:t>
              </a:r>
              <a:endParaRPr lang="en-US" sz="16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461577" y="5810570"/>
              <a:ext cx="1527979" cy="771948"/>
            </a:xfrm>
            <a:custGeom>
              <a:avLst/>
              <a:gdLst/>
              <a:ahLst/>
              <a:cxnLst/>
              <a:rect l="l" t="t" r="r" b="b"/>
              <a:pathLst>
                <a:path w="1527979" h="771948">
                  <a:moveTo>
                    <a:pt x="95498" y="0"/>
                  </a:moveTo>
                  <a:lnTo>
                    <a:pt x="1432481" y="0"/>
                  </a:lnTo>
                  <a:cubicBezTo>
                    <a:pt x="1485223" y="0"/>
                    <a:pt x="1527979" y="42756"/>
                    <a:pt x="1527979" y="95498"/>
                  </a:cubicBezTo>
                  <a:lnTo>
                    <a:pt x="1527979" y="676450"/>
                  </a:lnTo>
                  <a:cubicBezTo>
                    <a:pt x="1527979" y="729157"/>
                    <a:pt x="1485188" y="771948"/>
                    <a:pt x="1432481" y="771948"/>
                  </a:cubicBezTo>
                  <a:lnTo>
                    <a:pt x="95498" y="771948"/>
                  </a:lnTo>
                  <a:cubicBezTo>
                    <a:pt x="42756" y="771948"/>
                    <a:pt x="0" y="729192"/>
                    <a:pt x="0" y="676450"/>
                  </a:cubicBezTo>
                  <a:lnTo>
                    <a:pt x="0" y="95498"/>
                  </a:lnTo>
                  <a:cubicBezTo>
                    <a:pt x="0" y="42791"/>
                    <a:pt x="42791" y="0"/>
                    <a:pt x="9549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75" dist="795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5" name="Shape 73"/>
            <p:cNvSpPr/>
            <p:nvPr/>
          </p:nvSpPr>
          <p:spPr>
            <a:xfrm>
              <a:off x="1146233" y="5914027"/>
              <a:ext cx="159164" cy="159164"/>
            </a:xfrm>
            <a:custGeom>
              <a:avLst/>
              <a:gdLst/>
              <a:ahLst/>
              <a:cxnLst/>
              <a:rect l="l" t="t" r="r" b="b"/>
              <a:pathLst>
                <a:path w="159164" h="159164">
                  <a:moveTo>
                    <a:pt x="149248" y="59687"/>
                  </a:moveTo>
                  <a:lnTo>
                    <a:pt x="151704" y="59687"/>
                  </a:lnTo>
                  <a:cubicBezTo>
                    <a:pt x="155838" y="59687"/>
                    <a:pt x="159164" y="56360"/>
                    <a:pt x="159164" y="52226"/>
                  </a:cubicBezTo>
                  <a:lnTo>
                    <a:pt x="159164" y="7461"/>
                  </a:lnTo>
                  <a:cubicBezTo>
                    <a:pt x="159164" y="4445"/>
                    <a:pt x="157361" y="1710"/>
                    <a:pt x="154564" y="560"/>
                  </a:cubicBezTo>
                  <a:cubicBezTo>
                    <a:pt x="151766" y="-591"/>
                    <a:pt x="148564" y="62"/>
                    <a:pt x="146419" y="2176"/>
                  </a:cubicBezTo>
                  <a:lnTo>
                    <a:pt x="130347" y="18279"/>
                  </a:lnTo>
                  <a:cubicBezTo>
                    <a:pt x="116576" y="6870"/>
                    <a:pt x="98856" y="0"/>
                    <a:pt x="79582" y="0"/>
                  </a:cubicBezTo>
                  <a:cubicBezTo>
                    <a:pt x="39480" y="0"/>
                    <a:pt x="6311" y="29657"/>
                    <a:pt x="808" y="68236"/>
                  </a:cubicBezTo>
                  <a:cubicBezTo>
                    <a:pt x="31" y="73676"/>
                    <a:pt x="3793" y="78712"/>
                    <a:pt x="9233" y="79489"/>
                  </a:cubicBezTo>
                  <a:cubicBezTo>
                    <a:pt x="14673" y="80266"/>
                    <a:pt x="19709" y="76474"/>
                    <a:pt x="20486" y="71064"/>
                  </a:cubicBezTo>
                  <a:cubicBezTo>
                    <a:pt x="24621" y="42123"/>
                    <a:pt x="49521" y="19896"/>
                    <a:pt x="79582" y="19896"/>
                  </a:cubicBezTo>
                  <a:cubicBezTo>
                    <a:pt x="93385" y="19896"/>
                    <a:pt x="106068" y="24559"/>
                    <a:pt x="116171" y="32424"/>
                  </a:cubicBezTo>
                  <a:lnTo>
                    <a:pt x="101654" y="46941"/>
                  </a:lnTo>
                  <a:cubicBezTo>
                    <a:pt x="99509" y="49086"/>
                    <a:pt x="98887" y="52288"/>
                    <a:pt x="100037" y="55086"/>
                  </a:cubicBezTo>
                  <a:cubicBezTo>
                    <a:pt x="101188" y="57884"/>
                    <a:pt x="103923" y="59687"/>
                    <a:pt x="106939" y="59687"/>
                  </a:cubicBezTo>
                  <a:lnTo>
                    <a:pt x="149248" y="59687"/>
                  </a:lnTo>
                  <a:close/>
                  <a:moveTo>
                    <a:pt x="158387" y="90929"/>
                  </a:moveTo>
                  <a:cubicBezTo>
                    <a:pt x="159164" y="85489"/>
                    <a:pt x="155372" y="80453"/>
                    <a:pt x="149963" y="79676"/>
                  </a:cubicBezTo>
                  <a:cubicBezTo>
                    <a:pt x="144554" y="78898"/>
                    <a:pt x="139487" y="82691"/>
                    <a:pt x="138709" y="88100"/>
                  </a:cubicBezTo>
                  <a:cubicBezTo>
                    <a:pt x="134575" y="117011"/>
                    <a:pt x="109674" y="139238"/>
                    <a:pt x="79613" y="139238"/>
                  </a:cubicBezTo>
                  <a:cubicBezTo>
                    <a:pt x="65811" y="139238"/>
                    <a:pt x="53127" y="134575"/>
                    <a:pt x="43024" y="126710"/>
                  </a:cubicBezTo>
                  <a:lnTo>
                    <a:pt x="57511" y="112223"/>
                  </a:lnTo>
                  <a:cubicBezTo>
                    <a:pt x="59656" y="110078"/>
                    <a:pt x="60277" y="106876"/>
                    <a:pt x="59127" y="104079"/>
                  </a:cubicBezTo>
                  <a:cubicBezTo>
                    <a:pt x="57977" y="101281"/>
                    <a:pt x="55241" y="99478"/>
                    <a:pt x="52226" y="99478"/>
                  </a:cubicBezTo>
                  <a:lnTo>
                    <a:pt x="7461" y="99478"/>
                  </a:lnTo>
                  <a:cubicBezTo>
                    <a:pt x="3326" y="99478"/>
                    <a:pt x="0" y="102804"/>
                    <a:pt x="0" y="106939"/>
                  </a:cubicBezTo>
                  <a:lnTo>
                    <a:pt x="0" y="151704"/>
                  </a:lnTo>
                  <a:cubicBezTo>
                    <a:pt x="0" y="154719"/>
                    <a:pt x="1803" y="157455"/>
                    <a:pt x="4601" y="158605"/>
                  </a:cubicBezTo>
                  <a:cubicBezTo>
                    <a:pt x="7399" y="159755"/>
                    <a:pt x="10601" y="159102"/>
                    <a:pt x="12746" y="156988"/>
                  </a:cubicBezTo>
                  <a:lnTo>
                    <a:pt x="28849" y="140885"/>
                  </a:lnTo>
                  <a:cubicBezTo>
                    <a:pt x="42589" y="152294"/>
                    <a:pt x="60308" y="159164"/>
                    <a:pt x="79582" y="159164"/>
                  </a:cubicBezTo>
                  <a:cubicBezTo>
                    <a:pt x="119684" y="159164"/>
                    <a:pt x="152854" y="129508"/>
                    <a:pt x="158356" y="90929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525243" y="6105024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Rotation</a:t>
              </a:r>
              <a:endParaRPr lang="en-US" sz="16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525243" y="6296021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20°</a:t>
              </a:r>
              <a:endParaRPr lang="en-US" sz="16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2085552" y="5810570"/>
              <a:ext cx="1527979" cy="771948"/>
            </a:xfrm>
            <a:custGeom>
              <a:avLst/>
              <a:gdLst/>
              <a:ahLst/>
              <a:cxnLst/>
              <a:rect l="l" t="t" r="r" b="b"/>
              <a:pathLst>
                <a:path w="1527979" h="771948">
                  <a:moveTo>
                    <a:pt x="95498" y="0"/>
                  </a:moveTo>
                  <a:lnTo>
                    <a:pt x="1432481" y="0"/>
                  </a:lnTo>
                  <a:cubicBezTo>
                    <a:pt x="1485223" y="0"/>
                    <a:pt x="1527979" y="42756"/>
                    <a:pt x="1527979" y="95498"/>
                  </a:cubicBezTo>
                  <a:lnTo>
                    <a:pt x="1527979" y="676450"/>
                  </a:lnTo>
                  <a:cubicBezTo>
                    <a:pt x="1527979" y="729157"/>
                    <a:pt x="1485188" y="771948"/>
                    <a:pt x="1432481" y="771948"/>
                  </a:cubicBezTo>
                  <a:lnTo>
                    <a:pt x="95498" y="771948"/>
                  </a:lnTo>
                  <a:cubicBezTo>
                    <a:pt x="42756" y="771948"/>
                    <a:pt x="0" y="729192"/>
                    <a:pt x="0" y="676450"/>
                  </a:cubicBezTo>
                  <a:lnTo>
                    <a:pt x="0" y="95498"/>
                  </a:lnTo>
                  <a:cubicBezTo>
                    <a:pt x="0" y="42791"/>
                    <a:pt x="42791" y="0"/>
                    <a:pt x="9549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75" dist="795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9" name="Shape 77"/>
            <p:cNvSpPr/>
            <p:nvPr/>
          </p:nvSpPr>
          <p:spPr>
            <a:xfrm>
              <a:off x="2770208" y="5914027"/>
              <a:ext cx="159164" cy="159164"/>
            </a:xfrm>
            <a:custGeom>
              <a:avLst/>
              <a:gdLst/>
              <a:ahLst/>
              <a:cxnLst/>
              <a:rect l="l" t="t" r="r" b="b"/>
              <a:pathLst>
                <a:path w="159164" h="159164">
                  <a:moveTo>
                    <a:pt x="156242" y="126399"/>
                  </a:moveTo>
                  <a:lnTo>
                    <a:pt x="126399" y="156242"/>
                  </a:lnTo>
                  <a:cubicBezTo>
                    <a:pt x="123539" y="159102"/>
                    <a:pt x="119280" y="159942"/>
                    <a:pt x="115550" y="158387"/>
                  </a:cubicBezTo>
                  <a:cubicBezTo>
                    <a:pt x="111819" y="156833"/>
                    <a:pt x="109426" y="153227"/>
                    <a:pt x="109426" y="149217"/>
                  </a:cubicBezTo>
                  <a:lnTo>
                    <a:pt x="109426" y="129321"/>
                  </a:lnTo>
                  <a:lnTo>
                    <a:pt x="9948" y="129321"/>
                  </a:lnTo>
                  <a:cubicBezTo>
                    <a:pt x="4445" y="129321"/>
                    <a:pt x="0" y="124876"/>
                    <a:pt x="0" y="119373"/>
                  </a:cubicBezTo>
                  <a:cubicBezTo>
                    <a:pt x="0" y="113871"/>
                    <a:pt x="4445" y="109426"/>
                    <a:pt x="9948" y="109426"/>
                  </a:cubicBezTo>
                  <a:lnTo>
                    <a:pt x="109426" y="109426"/>
                  </a:lnTo>
                  <a:lnTo>
                    <a:pt x="109426" y="89530"/>
                  </a:lnTo>
                  <a:cubicBezTo>
                    <a:pt x="109426" y="85520"/>
                    <a:pt x="111850" y="81883"/>
                    <a:pt x="115581" y="80328"/>
                  </a:cubicBezTo>
                  <a:cubicBezTo>
                    <a:pt x="119311" y="78774"/>
                    <a:pt x="123570" y="79644"/>
                    <a:pt x="126430" y="82473"/>
                  </a:cubicBezTo>
                  <a:lnTo>
                    <a:pt x="156273" y="112317"/>
                  </a:lnTo>
                  <a:cubicBezTo>
                    <a:pt x="160159" y="116203"/>
                    <a:pt x="160159" y="122513"/>
                    <a:pt x="156273" y="126399"/>
                  </a:cubicBezTo>
                  <a:close/>
                  <a:moveTo>
                    <a:pt x="2922" y="46817"/>
                  </a:moveTo>
                  <a:cubicBezTo>
                    <a:pt x="-964" y="42931"/>
                    <a:pt x="-964" y="36620"/>
                    <a:pt x="2922" y="32734"/>
                  </a:cubicBezTo>
                  <a:lnTo>
                    <a:pt x="32766" y="2891"/>
                  </a:lnTo>
                  <a:cubicBezTo>
                    <a:pt x="35625" y="31"/>
                    <a:pt x="39884" y="-808"/>
                    <a:pt x="43615" y="746"/>
                  </a:cubicBezTo>
                  <a:cubicBezTo>
                    <a:pt x="47345" y="2300"/>
                    <a:pt x="49739" y="5938"/>
                    <a:pt x="49739" y="9948"/>
                  </a:cubicBezTo>
                  <a:lnTo>
                    <a:pt x="49739" y="29843"/>
                  </a:lnTo>
                  <a:lnTo>
                    <a:pt x="149217" y="29843"/>
                  </a:lnTo>
                  <a:cubicBezTo>
                    <a:pt x="154719" y="29843"/>
                    <a:pt x="159164" y="34289"/>
                    <a:pt x="159164" y="39791"/>
                  </a:cubicBezTo>
                  <a:cubicBezTo>
                    <a:pt x="159164" y="45293"/>
                    <a:pt x="154719" y="49739"/>
                    <a:pt x="149217" y="49739"/>
                  </a:cubicBezTo>
                  <a:lnTo>
                    <a:pt x="49739" y="49739"/>
                  </a:lnTo>
                  <a:lnTo>
                    <a:pt x="49739" y="69634"/>
                  </a:lnTo>
                  <a:cubicBezTo>
                    <a:pt x="49739" y="73645"/>
                    <a:pt x="47314" y="77282"/>
                    <a:pt x="43584" y="78836"/>
                  </a:cubicBezTo>
                  <a:cubicBezTo>
                    <a:pt x="39853" y="80391"/>
                    <a:pt x="35594" y="79520"/>
                    <a:pt x="32734" y="76691"/>
                  </a:cubicBezTo>
                  <a:lnTo>
                    <a:pt x="2891" y="46848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80" name="Text 78"/>
            <p:cNvSpPr/>
            <p:nvPr/>
          </p:nvSpPr>
          <p:spPr>
            <a:xfrm>
              <a:off x="2149218" y="6105024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Shift</a:t>
              </a:r>
              <a:endParaRPr lang="en-US" sz="16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2149218" y="6296021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15%</a:t>
              </a:r>
              <a:endParaRPr lang="en-US" sz="16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3709527" y="5810570"/>
              <a:ext cx="1527979" cy="771948"/>
            </a:xfrm>
            <a:custGeom>
              <a:avLst/>
              <a:gdLst/>
              <a:ahLst/>
              <a:cxnLst/>
              <a:rect l="l" t="t" r="r" b="b"/>
              <a:pathLst>
                <a:path w="1527979" h="771948">
                  <a:moveTo>
                    <a:pt x="95498" y="0"/>
                  </a:moveTo>
                  <a:lnTo>
                    <a:pt x="1432481" y="0"/>
                  </a:lnTo>
                  <a:cubicBezTo>
                    <a:pt x="1485223" y="0"/>
                    <a:pt x="1527979" y="42756"/>
                    <a:pt x="1527979" y="95498"/>
                  </a:cubicBezTo>
                  <a:lnTo>
                    <a:pt x="1527979" y="676450"/>
                  </a:lnTo>
                  <a:cubicBezTo>
                    <a:pt x="1527979" y="729157"/>
                    <a:pt x="1485188" y="771948"/>
                    <a:pt x="1432481" y="771948"/>
                  </a:cubicBezTo>
                  <a:lnTo>
                    <a:pt x="95498" y="771948"/>
                  </a:lnTo>
                  <a:cubicBezTo>
                    <a:pt x="42756" y="771948"/>
                    <a:pt x="0" y="729192"/>
                    <a:pt x="0" y="676450"/>
                  </a:cubicBezTo>
                  <a:lnTo>
                    <a:pt x="0" y="95498"/>
                  </a:lnTo>
                  <a:cubicBezTo>
                    <a:pt x="0" y="42791"/>
                    <a:pt x="42791" y="0"/>
                    <a:pt x="9549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75" dist="795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3" name="Shape 81"/>
            <p:cNvSpPr/>
            <p:nvPr/>
          </p:nvSpPr>
          <p:spPr>
            <a:xfrm>
              <a:off x="4394183" y="5914027"/>
              <a:ext cx="159164" cy="159164"/>
            </a:xfrm>
            <a:custGeom>
              <a:avLst/>
              <a:gdLst/>
              <a:ahLst/>
              <a:cxnLst/>
              <a:rect l="l" t="t" r="r" b="b"/>
              <a:pathLst>
                <a:path w="159164" h="159164">
                  <a:moveTo>
                    <a:pt x="129321" y="64661"/>
                  </a:moveTo>
                  <a:cubicBezTo>
                    <a:pt x="129321" y="78929"/>
                    <a:pt x="124689" y="92110"/>
                    <a:pt x="116886" y="102804"/>
                  </a:cubicBezTo>
                  <a:lnTo>
                    <a:pt x="156242" y="142191"/>
                  </a:lnTo>
                  <a:cubicBezTo>
                    <a:pt x="160128" y="146077"/>
                    <a:pt x="160128" y="152388"/>
                    <a:pt x="156242" y="156273"/>
                  </a:cubicBezTo>
                  <a:cubicBezTo>
                    <a:pt x="152356" y="160159"/>
                    <a:pt x="146046" y="160159"/>
                    <a:pt x="142160" y="156273"/>
                  </a:cubicBezTo>
                  <a:lnTo>
                    <a:pt x="102804" y="116886"/>
                  </a:lnTo>
                  <a:cubicBezTo>
                    <a:pt x="92110" y="124689"/>
                    <a:pt x="78929" y="129321"/>
                    <a:pt x="64661" y="129321"/>
                  </a:cubicBezTo>
                  <a:cubicBezTo>
                    <a:pt x="28942" y="129321"/>
                    <a:pt x="0" y="100379"/>
                    <a:pt x="0" y="64661"/>
                  </a:cubicBezTo>
                  <a:cubicBezTo>
                    <a:pt x="0" y="28942"/>
                    <a:pt x="28942" y="0"/>
                    <a:pt x="64661" y="0"/>
                  </a:cubicBezTo>
                  <a:cubicBezTo>
                    <a:pt x="100379" y="0"/>
                    <a:pt x="129321" y="28942"/>
                    <a:pt x="129321" y="64661"/>
                  </a:cubicBezTo>
                  <a:close/>
                  <a:moveTo>
                    <a:pt x="64661" y="34817"/>
                  </a:moveTo>
                  <a:cubicBezTo>
                    <a:pt x="60526" y="34817"/>
                    <a:pt x="57200" y="38144"/>
                    <a:pt x="57200" y="42278"/>
                  </a:cubicBezTo>
                  <a:lnTo>
                    <a:pt x="57200" y="57200"/>
                  </a:lnTo>
                  <a:lnTo>
                    <a:pt x="42278" y="57200"/>
                  </a:lnTo>
                  <a:cubicBezTo>
                    <a:pt x="38144" y="57200"/>
                    <a:pt x="34817" y="60526"/>
                    <a:pt x="34817" y="64661"/>
                  </a:cubicBezTo>
                  <a:cubicBezTo>
                    <a:pt x="34817" y="68795"/>
                    <a:pt x="38144" y="72121"/>
                    <a:pt x="42278" y="72121"/>
                  </a:cubicBezTo>
                  <a:lnTo>
                    <a:pt x="57200" y="72121"/>
                  </a:lnTo>
                  <a:lnTo>
                    <a:pt x="57200" y="87043"/>
                  </a:lnTo>
                  <a:cubicBezTo>
                    <a:pt x="57200" y="91178"/>
                    <a:pt x="60526" y="94504"/>
                    <a:pt x="64661" y="94504"/>
                  </a:cubicBezTo>
                  <a:cubicBezTo>
                    <a:pt x="68795" y="94504"/>
                    <a:pt x="72121" y="91178"/>
                    <a:pt x="72121" y="87043"/>
                  </a:cubicBezTo>
                  <a:lnTo>
                    <a:pt x="72121" y="72121"/>
                  </a:lnTo>
                  <a:lnTo>
                    <a:pt x="87043" y="72121"/>
                  </a:lnTo>
                  <a:cubicBezTo>
                    <a:pt x="91178" y="72121"/>
                    <a:pt x="94504" y="68795"/>
                    <a:pt x="94504" y="64661"/>
                  </a:cubicBezTo>
                  <a:cubicBezTo>
                    <a:pt x="94504" y="60526"/>
                    <a:pt x="91178" y="57200"/>
                    <a:pt x="87043" y="57200"/>
                  </a:cubicBezTo>
                  <a:lnTo>
                    <a:pt x="72121" y="57200"/>
                  </a:lnTo>
                  <a:lnTo>
                    <a:pt x="72121" y="42278"/>
                  </a:lnTo>
                  <a:cubicBezTo>
                    <a:pt x="72121" y="38144"/>
                    <a:pt x="68795" y="34817"/>
                    <a:pt x="64661" y="34817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84" name="Text 82"/>
            <p:cNvSpPr/>
            <p:nvPr/>
          </p:nvSpPr>
          <p:spPr>
            <a:xfrm>
              <a:off x="3773193" y="6105024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Zoom</a:t>
              </a:r>
              <a:endParaRPr lang="en-US" sz="16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773193" y="6296021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20%</a:t>
              </a:r>
              <a:endParaRPr lang="en-US" sz="16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5333503" y="5810570"/>
              <a:ext cx="1527979" cy="771948"/>
            </a:xfrm>
            <a:custGeom>
              <a:avLst/>
              <a:gdLst/>
              <a:ahLst/>
              <a:cxnLst/>
              <a:rect l="l" t="t" r="r" b="b"/>
              <a:pathLst>
                <a:path w="1527979" h="771948">
                  <a:moveTo>
                    <a:pt x="95498" y="0"/>
                  </a:moveTo>
                  <a:lnTo>
                    <a:pt x="1432481" y="0"/>
                  </a:lnTo>
                  <a:cubicBezTo>
                    <a:pt x="1485223" y="0"/>
                    <a:pt x="1527979" y="42756"/>
                    <a:pt x="1527979" y="95498"/>
                  </a:cubicBezTo>
                  <a:lnTo>
                    <a:pt x="1527979" y="676450"/>
                  </a:lnTo>
                  <a:cubicBezTo>
                    <a:pt x="1527979" y="729157"/>
                    <a:pt x="1485188" y="771948"/>
                    <a:pt x="1432481" y="771948"/>
                  </a:cubicBezTo>
                  <a:lnTo>
                    <a:pt x="95498" y="771948"/>
                  </a:lnTo>
                  <a:cubicBezTo>
                    <a:pt x="42756" y="771948"/>
                    <a:pt x="0" y="729192"/>
                    <a:pt x="0" y="676450"/>
                  </a:cubicBezTo>
                  <a:lnTo>
                    <a:pt x="0" y="95498"/>
                  </a:lnTo>
                  <a:cubicBezTo>
                    <a:pt x="0" y="42791"/>
                    <a:pt x="42791" y="0"/>
                    <a:pt x="9549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75" dist="795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7" name="Shape 85"/>
            <p:cNvSpPr/>
            <p:nvPr/>
          </p:nvSpPr>
          <p:spPr>
            <a:xfrm>
              <a:off x="6018159" y="5914027"/>
              <a:ext cx="159164" cy="159164"/>
            </a:xfrm>
            <a:custGeom>
              <a:avLst/>
              <a:gdLst/>
              <a:ahLst/>
              <a:cxnLst/>
              <a:rect l="l" t="t" r="r" b="b"/>
              <a:pathLst>
                <a:path w="159164" h="159164">
                  <a:moveTo>
                    <a:pt x="156242" y="46817"/>
                  </a:moveTo>
                  <a:lnTo>
                    <a:pt x="126399" y="76660"/>
                  </a:lnTo>
                  <a:cubicBezTo>
                    <a:pt x="123539" y="79520"/>
                    <a:pt x="119280" y="80359"/>
                    <a:pt x="115550" y="78805"/>
                  </a:cubicBezTo>
                  <a:cubicBezTo>
                    <a:pt x="111819" y="77251"/>
                    <a:pt x="109426" y="73645"/>
                    <a:pt x="109426" y="69634"/>
                  </a:cubicBezTo>
                  <a:lnTo>
                    <a:pt x="109426" y="49739"/>
                  </a:lnTo>
                  <a:lnTo>
                    <a:pt x="9948" y="49739"/>
                  </a:lnTo>
                  <a:cubicBezTo>
                    <a:pt x="4445" y="49739"/>
                    <a:pt x="0" y="45293"/>
                    <a:pt x="0" y="39791"/>
                  </a:cubicBezTo>
                  <a:cubicBezTo>
                    <a:pt x="0" y="34289"/>
                    <a:pt x="4445" y="29843"/>
                    <a:pt x="9948" y="29843"/>
                  </a:cubicBezTo>
                  <a:lnTo>
                    <a:pt x="109426" y="29843"/>
                  </a:lnTo>
                  <a:lnTo>
                    <a:pt x="109426" y="9948"/>
                  </a:lnTo>
                  <a:cubicBezTo>
                    <a:pt x="109426" y="5938"/>
                    <a:pt x="111850" y="2300"/>
                    <a:pt x="115581" y="746"/>
                  </a:cubicBezTo>
                  <a:cubicBezTo>
                    <a:pt x="119311" y="-808"/>
                    <a:pt x="123570" y="62"/>
                    <a:pt x="126430" y="2891"/>
                  </a:cubicBezTo>
                  <a:lnTo>
                    <a:pt x="156273" y="32734"/>
                  </a:lnTo>
                  <a:cubicBezTo>
                    <a:pt x="160159" y="36620"/>
                    <a:pt x="160159" y="42931"/>
                    <a:pt x="156273" y="46817"/>
                  </a:cubicBezTo>
                  <a:close/>
                  <a:moveTo>
                    <a:pt x="32734" y="156242"/>
                  </a:moveTo>
                  <a:lnTo>
                    <a:pt x="2891" y="126399"/>
                  </a:lnTo>
                  <a:cubicBezTo>
                    <a:pt x="-995" y="122513"/>
                    <a:pt x="-995" y="116203"/>
                    <a:pt x="2891" y="112317"/>
                  </a:cubicBezTo>
                  <a:lnTo>
                    <a:pt x="32734" y="82473"/>
                  </a:lnTo>
                  <a:cubicBezTo>
                    <a:pt x="35594" y="79613"/>
                    <a:pt x="39853" y="78774"/>
                    <a:pt x="43584" y="80328"/>
                  </a:cubicBezTo>
                  <a:cubicBezTo>
                    <a:pt x="47314" y="81883"/>
                    <a:pt x="49739" y="85520"/>
                    <a:pt x="49739" y="89530"/>
                  </a:cubicBezTo>
                  <a:lnTo>
                    <a:pt x="49739" y="109426"/>
                  </a:lnTo>
                  <a:lnTo>
                    <a:pt x="149217" y="109426"/>
                  </a:lnTo>
                  <a:cubicBezTo>
                    <a:pt x="154719" y="109426"/>
                    <a:pt x="159164" y="113871"/>
                    <a:pt x="159164" y="119373"/>
                  </a:cubicBezTo>
                  <a:cubicBezTo>
                    <a:pt x="159164" y="124876"/>
                    <a:pt x="154719" y="129321"/>
                    <a:pt x="149217" y="129321"/>
                  </a:cubicBezTo>
                  <a:lnTo>
                    <a:pt x="49739" y="129321"/>
                  </a:lnTo>
                  <a:lnTo>
                    <a:pt x="49739" y="149217"/>
                  </a:lnTo>
                  <a:cubicBezTo>
                    <a:pt x="49739" y="153227"/>
                    <a:pt x="47314" y="156864"/>
                    <a:pt x="43584" y="158418"/>
                  </a:cubicBezTo>
                  <a:cubicBezTo>
                    <a:pt x="39853" y="159973"/>
                    <a:pt x="35594" y="159102"/>
                    <a:pt x="32734" y="156273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88" name="Text 86"/>
            <p:cNvSpPr/>
            <p:nvPr/>
          </p:nvSpPr>
          <p:spPr>
            <a:xfrm>
              <a:off x="5397168" y="6105024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Flip</a:t>
              </a:r>
              <a:endParaRPr lang="en-US" sz="160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5397168" y="6296021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Horizontal</a:t>
              </a:r>
              <a:endParaRPr lang="en-US" sz="160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6957478" y="5810570"/>
              <a:ext cx="1527979" cy="771948"/>
            </a:xfrm>
            <a:custGeom>
              <a:avLst/>
              <a:gdLst/>
              <a:ahLst/>
              <a:cxnLst/>
              <a:rect l="l" t="t" r="r" b="b"/>
              <a:pathLst>
                <a:path w="1527979" h="771948">
                  <a:moveTo>
                    <a:pt x="95498" y="0"/>
                  </a:moveTo>
                  <a:lnTo>
                    <a:pt x="1432481" y="0"/>
                  </a:lnTo>
                  <a:cubicBezTo>
                    <a:pt x="1485223" y="0"/>
                    <a:pt x="1527979" y="42756"/>
                    <a:pt x="1527979" y="95498"/>
                  </a:cubicBezTo>
                  <a:lnTo>
                    <a:pt x="1527979" y="676450"/>
                  </a:lnTo>
                  <a:cubicBezTo>
                    <a:pt x="1527979" y="729157"/>
                    <a:pt x="1485188" y="771948"/>
                    <a:pt x="1432481" y="771948"/>
                  </a:cubicBezTo>
                  <a:lnTo>
                    <a:pt x="95498" y="771948"/>
                  </a:lnTo>
                  <a:cubicBezTo>
                    <a:pt x="42756" y="771948"/>
                    <a:pt x="0" y="729192"/>
                    <a:pt x="0" y="676450"/>
                  </a:cubicBezTo>
                  <a:lnTo>
                    <a:pt x="0" y="95498"/>
                  </a:lnTo>
                  <a:cubicBezTo>
                    <a:pt x="0" y="42791"/>
                    <a:pt x="42791" y="0"/>
                    <a:pt x="9549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75" dist="795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1" name="Shape 89"/>
            <p:cNvSpPr/>
            <p:nvPr/>
          </p:nvSpPr>
          <p:spPr>
            <a:xfrm>
              <a:off x="7632186" y="5914027"/>
              <a:ext cx="179060" cy="159164"/>
            </a:xfrm>
            <a:custGeom>
              <a:avLst/>
              <a:gdLst/>
              <a:ahLst/>
              <a:cxnLst/>
              <a:rect l="l" t="t" r="r" b="b"/>
              <a:pathLst>
                <a:path w="179060" h="159164">
                  <a:moveTo>
                    <a:pt x="55397" y="-3140"/>
                  </a:moveTo>
                  <a:cubicBezTo>
                    <a:pt x="57697" y="-4103"/>
                    <a:pt x="60308" y="-3824"/>
                    <a:pt x="62391" y="-2456"/>
                  </a:cubicBezTo>
                  <a:lnTo>
                    <a:pt x="89685" y="15637"/>
                  </a:lnTo>
                  <a:lnTo>
                    <a:pt x="116980" y="-2456"/>
                  </a:lnTo>
                  <a:cubicBezTo>
                    <a:pt x="119063" y="-3824"/>
                    <a:pt x="121674" y="-4072"/>
                    <a:pt x="123974" y="-3140"/>
                  </a:cubicBezTo>
                  <a:cubicBezTo>
                    <a:pt x="126275" y="-2207"/>
                    <a:pt x="127891" y="-155"/>
                    <a:pt x="128389" y="2269"/>
                  </a:cubicBezTo>
                  <a:lnTo>
                    <a:pt x="134886" y="34351"/>
                  </a:lnTo>
                  <a:lnTo>
                    <a:pt x="166967" y="40848"/>
                  </a:lnTo>
                  <a:cubicBezTo>
                    <a:pt x="169392" y="41345"/>
                    <a:pt x="171444" y="43024"/>
                    <a:pt x="172376" y="45293"/>
                  </a:cubicBezTo>
                  <a:cubicBezTo>
                    <a:pt x="173309" y="47563"/>
                    <a:pt x="173060" y="50205"/>
                    <a:pt x="171692" y="52288"/>
                  </a:cubicBezTo>
                  <a:lnTo>
                    <a:pt x="153600" y="79582"/>
                  </a:lnTo>
                  <a:lnTo>
                    <a:pt x="171692" y="106876"/>
                  </a:lnTo>
                  <a:cubicBezTo>
                    <a:pt x="173060" y="108959"/>
                    <a:pt x="173309" y="111571"/>
                    <a:pt x="172376" y="113871"/>
                  </a:cubicBezTo>
                  <a:cubicBezTo>
                    <a:pt x="171444" y="116171"/>
                    <a:pt x="169392" y="117850"/>
                    <a:pt x="166967" y="118316"/>
                  </a:cubicBezTo>
                  <a:lnTo>
                    <a:pt x="134855" y="124782"/>
                  </a:lnTo>
                  <a:lnTo>
                    <a:pt x="128389" y="156895"/>
                  </a:lnTo>
                  <a:cubicBezTo>
                    <a:pt x="127891" y="159320"/>
                    <a:pt x="126212" y="161372"/>
                    <a:pt x="123943" y="162304"/>
                  </a:cubicBezTo>
                  <a:cubicBezTo>
                    <a:pt x="121674" y="163237"/>
                    <a:pt x="119031" y="162988"/>
                    <a:pt x="116949" y="161620"/>
                  </a:cubicBezTo>
                  <a:lnTo>
                    <a:pt x="89654" y="143528"/>
                  </a:lnTo>
                  <a:lnTo>
                    <a:pt x="62360" y="161620"/>
                  </a:lnTo>
                  <a:cubicBezTo>
                    <a:pt x="60277" y="162988"/>
                    <a:pt x="57666" y="163237"/>
                    <a:pt x="55366" y="162304"/>
                  </a:cubicBezTo>
                  <a:cubicBezTo>
                    <a:pt x="53065" y="161372"/>
                    <a:pt x="51387" y="159320"/>
                    <a:pt x="50920" y="156895"/>
                  </a:cubicBezTo>
                  <a:lnTo>
                    <a:pt x="44454" y="124782"/>
                  </a:lnTo>
                  <a:lnTo>
                    <a:pt x="12341" y="118285"/>
                  </a:lnTo>
                  <a:cubicBezTo>
                    <a:pt x="9917" y="117788"/>
                    <a:pt x="7865" y="116109"/>
                    <a:pt x="6932" y="113840"/>
                  </a:cubicBezTo>
                  <a:cubicBezTo>
                    <a:pt x="6000" y="111571"/>
                    <a:pt x="6248" y="108928"/>
                    <a:pt x="7616" y="106845"/>
                  </a:cubicBezTo>
                  <a:lnTo>
                    <a:pt x="25709" y="79582"/>
                  </a:lnTo>
                  <a:lnTo>
                    <a:pt x="7616" y="52288"/>
                  </a:lnTo>
                  <a:cubicBezTo>
                    <a:pt x="6248" y="50205"/>
                    <a:pt x="6000" y="47594"/>
                    <a:pt x="6932" y="45293"/>
                  </a:cubicBezTo>
                  <a:cubicBezTo>
                    <a:pt x="7865" y="42993"/>
                    <a:pt x="9917" y="41314"/>
                    <a:pt x="12341" y="40848"/>
                  </a:cubicBezTo>
                  <a:lnTo>
                    <a:pt x="44454" y="34382"/>
                  </a:lnTo>
                  <a:lnTo>
                    <a:pt x="50951" y="2269"/>
                  </a:lnTo>
                  <a:cubicBezTo>
                    <a:pt x="51449" y="-155"/>
                    <a:pt x="53127" y="-2207"/>
                    <a:pt x="55397" y="-3140"/>
                  </a:cubicBezTo>
                  <a:close/>
                  <a:moveTo>
                    <a:pt x="64536" y="79582"/>
                  </a:moveTo>
                  <a:cubicBezTo>
                    <a:pt x="64536" y="70653"/>
                    <a:pt x="69300" y="62402"/>
                    <a:pt x="77033" y="57937"/>
                  </a:cubicBezTo>
                  <a:cubicBezTo>
                    <a:pt x="84766" y="53472"/>
                    <a:pt x="94294" y="53472"/>
                    <a:pt x="102027" y="57937"/>
                  </a:cubicBezTo>
                  <a:cubicBezTo>
                    <a:pt x="109760" y="62402"/>
                    <a:pt x="114524" y="70653"/>
                    <a:pt x="114524" y="79582"/>
                  </a:cubicBezTo>
                  <a:cubicBezTo>
                    <a:pt x="114524" y="93377"/>
                    <a:pt x="103324" y="104576"/>
                    <a:pt x="89530" y="104576"/>
                  </a:cubicBezTo>
                  <a:cubicBezTo>
                    <a:pt x="75736" y="104576"/>
                    <a:pt x="64536" y="93377"/>
                    <a:pt x="64536" y="79582"/>
                  </a:cubicBezTo>
                  <a:close/>
                  <a:moveTo>
                    <a:pt x="129445" y="79582"/>
                  </a:moveTo>
                  <a:cubicBezTo>
                    <a:pt x="129445" y="57552"/>
                    <a:pt x="111560" y="39667"/>
                    <a:pt x="89530" y="39667"/>
                  </a:cubicBezTo>
                  <a:cubicBezTo>
                    <a:pt x="67500" y="39667"/>
                    <a:pt x="49615" y="57552"/>
                    <a:pt x="49615" y="79582"/>
                  </a:cubicBezTo>
                  <a:cubicBezTo>
                    <a:pt x="49615" y="93843"/>
                    <a:pt x="57222" y="107020"/>
                    <a:pt x="69572" y="114150"/>
                  </a:cubicBezTo>
                  <a:cubicBezTo>
                    <a:pt x="81922" y="121280"/>
                    <a:pt x="97138" y="121280"/>
                    <a:pt x="109488" y="114150"/>
                  </a:cubicBezTo>
                  <a:cubicBezTo>
                    <a:pt x="121838" y="107020"/>
                    <a:pt x="129445" y="93843"/>
                    <a:pt x="129445" y="79582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92" name="Text 90"/>
            <p:cNvSpPr/>
            <p:nvPr/>
          </p:nvSpPr>
          <p:spPr>
            <a:xfrm>
              <a:off x="7021144" y="6105024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Brightness</a:t>
              </a:r>
              <a:endParaRPr lang="en-US" sz="1600" dirty="0"/>
            </a:p>
          </p:txBody>
        </p:sp>
        <p:sp>
          <p:nvSpPr>
            <p:cNvPr id="93" name="Text 91"/>
            <p:cNvSpPr/>
            <p:nvPr/>
          </p:nvSpPr>
          <p:spPr>
            <a:xfrm>
              <a:off x="7021144" y="6296021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0.7-1.3</a:t>
              </a:r>
              <a:endParaRPr lang="en-US" sz="1600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8581453" y="5810570"/>
              <a:ext cx="1527979" cy="771948"/>
            </a:xfrm>
            <a:custGeom>
              <a:avLst/>
              <a:gdLst/>
              <a:ahLst/>
              <a:cxnLst/>
              <a:rect l="l" t="t" r="r" b="b"/>
              <a:pathLst>
                <a:path w="1527979" h="771948">
                  <a:moveTo>
                    <a:pt x="95498" y="0"/>
                  </a:moveTo>
                  <a:lnTo>
                    <a:pt x="1432481" y="0"/>
                  </a:lnTo>
                  <a:cubicBezTo>
                    <a:pt x="1485223" y="0"/>
                    <a:pt x="1527979" y="42756"/>
                    <a:pt x="1527979" y="95498"/>
                  </a:cubicBezTo>
                  <a:lnTo>
                    <a:pt x="1527979" y="676450"/>
                  </a:lnTo>
                  <a:cubicBezTo>
                    <a:pt x="1527979" y="729157"/>
                    <a:pt x="1485188" y="771948"/>
                    <a:pt x="1432481" y="771948"/>
                  </a:cubicBezTo>
                  <a:lnTo>
                    <a:pt x="95498" y="771948"/>
                  </a:lnTo>
                  <a:cubicBezTo>
                    <a:pt x="42756" y="771948"/>
                    <a:pt x="0" y="729192"/>
                    <a:pt x="0" y="676450"/>
                  </a:cubicBezTo>
                  <a:lnTo>
                    <a:pt x="0" y="95498"/>
                  </a:lnTo>
                  <a:cubicBezTo>
                    <a:pt x="0" y="42791"/>
                    <a:pt x="42791" y="0"/>
                    <a:pt x="9549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75" dist="795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5" name="Shape 93"/>
            <p:cNvSpPr/>
            <p:nvPr/>
          </p:nvSpPr>
          <p:spPr>
            <a:xfrm>
              <a:off x="9266109" y="5914027"/>
              <a:ext cx="159164" cy="159164"/>
            </a:xfrm>
            <a:custGeom>
              <a:avLst/>
              <a:gdLst/>
              <a:ahLst/>
              <a:cxnLst/>
              <a:rect l="l" t="t" r="r" b="b"/>
              <a:pathLst>
                <a:path w="159164" h="159164">
                  <a:moveTo>
                    <a:pt x="136627" y="2176"/>
                  </a:moveTo>
                  <a:cubicBezTo>
                    <a:pt x="139549" y="-746"/>
                    <a:pt x="144274" y="-746"/>
                    <a:pt x="147165" y="2176"/>
                  </a:cubicBezTo>
                  <a:lnTo>
                    <a:pt x="157113" y="12124"/>
                  </a:lnTo>
                  <a:cubicBezTo>
                    <a:pt x="160035" y="15046"/>
                    <a:pt x="160035" y="19771"/>
                    <a:pt x="157113" y="22662"/>
                  </a:cubicBezTo>
                  <a:lnTo>
                    <a:pt x="130067" y="49708"/>
                  </a:lnTo>
                  <a:lnTo>
                    <a:pt x="142191" y="61832"/>
                  </a:lnTo>
                  <a:cubicBezTo>
                    <a:pt x="144336" y="63977"/>
                    <a:pt x="144958" y="67179"/>
                    <a:pt x="143808" y="69976"/>
                  </a:cubicBezTo>
                  <a:cubicBezTo>
                    <a:pt x="142657" y="72774"/>
                    <a:pt x="139953" y="74608"/>
                    <a:pt x="136937" y="74608"/>
                  </a:cubicBezTo>
                  <a:lnTo>
                    <a:pt x="92172" y="74608"/>
                  </a:lnTo>
                  <a:cubicBezTo>
                    <a:pt x="88038" y="74608"/>
                    <a:pt x="84712" y="71282"/>
                    <a:pt x="84712" y="67148"/>
                  </a:cubicBezTo>
                  <a:lnTo>
                    <a:pt x="84712" y="22383"/>
                  </a:lnTo>
                  <a:cubicBezTo>
                    <a:pt x="84712" y="19367"/>
                    <a:pt x="86515" y="16631"/>
                    <a:pt x="89312" y="15481"/>
                  </a:cubicBezTo>
                  <a:cubicBezTo>
                    <a:pt x="92110" y="14331"/>
                    <a:pt x="95312" y="14953"/>
                    <a:pt x="97457" y="17098"/>
                  </a:cubicBezTo>
                  <a:lnTo>
                    <a:pt x="109581" y="29222"/>
                  </a:lnTo>
                  <a:lnTo>
                    <a:pt x="136627" y="2176"/>
                  </a:lnTo>
                  <a:close/>
                  <a:moveTo>
                    <a:pt x="22538" y="84556"/>
                  </a:moveTo>
                  <a:lnTo>
                    <a:pt x="67303" y="84556"/>
                  </a:lnTo>
                  <a:cubicBezTo>
                    <a:pt x="71438" y="84556"/>
                    <a:pt x="74764" y="87882"/>
                    <a:pt x="74764" y="92017"/>
                  </a:cubicBezTo>
                  <a:lnTo>
                    <a:pt x="74764" y="136782"/>
                  </a:lnTo>
                  <a:cubicBezTo>
                    <a:pt x="74764" y="139797"/>
                    <a:pt x="72961" y="142533"/>
                    <a:pt x="70163" y="143683"/>
                  </a:cubicBezTo>
                  <a:cubicBezTo>
                    <a:pt x="67365" y="144833"/>
                    <a:pt x="64163" y="144212"/>
                    <a:pt x="62018" y="142067"/>
                  </a:cubicBezTo>
                  <a:lnTo>
                    <a:pt x="49894" y="129943"/>
                  </a:lnTo>
                  <a:lnTo>
                    <a:pt x="22849" y="156988"/>
                  </a:lnTo>
                  <a:cubicBezTo>
                    <a:pt x="19927" y="159911"/>
                    <a:pt x="15201" y="159911"/>
                    <a:pt x="12310" y="156988"/>
                  </a:cubicBezTo>
                  <a:lnTo>
                    <a:pt x="2363" y="147041"/>
                  </a:lnTo>
                  <a:cubicBezTo>
                    <a:pt x="-560" y="144118"/>
                    <a:pt x="-560" y="139393"/>
                    <a:pt x="2363" y="136502"/>
                  </a:cubicBezTo>
                  <a:lnTo>
                    <a:pt x="29408" y="109457"/>
                  </a:lnTo>
                  <a:lnTo>
                    <a:pt x="17284" y="97333"/>
                  </a:lnTo>
                  <a:cubicBezTo>
                    <a:pt x="15139" y="95188"/>
                    <a:pt x="14518" y="91986"/>
                    <a:pt x="15668" y="89188"/>
                  </a:cubicBezTo>
                  <a:cubicBezTo>
                    <a:pt x="16818" y="86390"/>
                    <a:pt x="19523" y="84556"/>
                    <a:pt x="22538" y="84556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96" name="Text 94"/>
            <p:cNvSpPr/>
            <p:nvPr/>
          </p:nvSpPr>
          <p:spPr>
            <a:xfrm>
              <a:off x="8645119" y="6105024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Shear</a:t>
              </a:r>
              <a:endParaRPr lang="en-US" sz="160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8645119" y="6296021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10%</a:t>
              </a:r>
              <a:endParaRPr lang="en-US" sz="16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10205428" y="5810570"/>
              <a:ext cx="1527979" cy="771948"/>
            </a:xfrm>
            <a:custGeom>
              <a:avLst/>
              <a:gdLst/>
              <a:ahLst/>
              <a:cxnLst/>
              <a:rect l="l" t="t" r="r" b="b"/>
              <a:pathLst>
                <a:path w="1527979" h="771948">
                  <a:moveTo>
                    <a:pt x="95498" y="0"/>
                  </a:moveTo>
                  <a:lnTo>
                    <a:pt x="1432481" y="0"/>
                  </a:lnTo>
                  <a:cubicBezTo>
                    <a:pt x="1485223" y="0"/>
                    <a:pt x="1527979" y="42756"/>
                    <a:pt x="1527979" y="95498"/>
                  </a:cubicBezTo>
                  <a:lnTo>
                    <a:pt x="1527979" y="676450"/>
                  </a:lnTo>
                  <a:cubicBezTo>
                    <a:pt x="1527979" y="729157"/>
                    <a:pt x="1485188" y="771948"/>
                    <a:pt x="1432481" y="771948"/>
                  </a:cubicBezTo>
                  <a:lnTo>
                    <a:pt x="95498" y="771948"/>
                  </a:lnTo>
                  <a:cubicBezTo>
                    <a:pt x="42756" y="771948"/>
                    <a:pt x="0" y="729192"/>
                    <a:pt x="0" y="676450"/>
                  </a:cubicBezTo>
                  <a:lnTo>
                    <a:pt x="0" y="95498"/>
                  </a:lnTo>
                  <a:cubicBezTo>
                    <a:pt x="0" y="42791"/>
                    <a:pt x="42791" y="0"/>
                    <a:pt x="95498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75" dist="795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99" name="Shape 97"/>
            <p:cNvSpPr/>
            <p:nvPr/>
          </p:nvSpPr>
          <p:spPr>
            <a:xfrm>
              <a:off x="10880136" y="5914027"/>
              <a:ext cx="179060" cy="159164"/>
            </a:xfrm>
            <a:custGeom>
              <a:avLst/>
              <a:gdLst/>
              <a:ahLst/>
              <a:cxnLst/>
              <a:rect l="l" t="t" r="r" b="b"/>
              <a:pathLst>
                <a:path w="179060" h="159164">
                  <a:moveTo>
                    <a:pt x="96276" y="22258"/>
                  </a:moveTo>
                  <a:lnTo>
                    <a:pt x="76256" y="42278"/>
                  </a:lnTo>
                  <a:lnTo>
                    <a:pt x="86639" y="52661"/>
                  </a:lnTo>
                  <a:cubicBezTo>
                    <a:pt x="90525" y="56547"/>
                    <a:pt x="90525" y="62858"/>
                    <a:pt x="86639" y="66743"/>
                  </a:cubicBezTo>
                  <a:cubicBezTo>
                    <a:pt x="82753" y="70629"/>
                    <a:pt x="76442" y="70629"/>
                    <a:pt x="72557" y="66743"/>
                  </a:cubicBezTo>
                  <a:lnTo>
                    <a:pt x="62174" y="56360"/>
                  </a:lnTo>
                  <a:lnTo>
                    <a:pt x="32206" y="86328"/>
                  </a:lnTo>
                  <a:cubicBezTo>
                    <a:pt x="31304" y="87230"/>
                    <a:pt x="30621" y="88349"/>
                    <a:pt x="30247" y="89530"/>
                  </a:cubicBezTo>
                  <a:lnTo>
                    <a:pt x="130192" y="89530"/>
                  </a:lnTo>
                  <a:lnTo>
                    <a:pt x="146885" y="72836"/>
                  </a:lnTo>
                  <a:cubicBezTo>
                    <a:pt x="148408" y="71313"/>
                    <a:pt x="149248" y="69261"/>
                    <a:pt x="149248" y="67148"/>
                  </a:cubicBezTo>
                  <a:cubicBezTo>
                    <a:pt x="149248" y="65034"/>
                    <a:pt x="148408" y="62951"/>
                    <a:pt x="146885" y="61459"/>
                  </a:cubicBezTo>
                  <a:lnTo>
                    <a:pt x="107654" y="22258"/>
                  </a:lnTo>
                  <a:cubicBezTo>
                    <a:pt x="106161" y="20735"/>
                    <a:pt x="104110" y="19896"/>
                    <a:pt x="101965" y="19896"/>
                  </a:cubicBezTo>
                  <a:cubicBezTo>
                    <a:pt x="99820" y="19896"/>
                    <a:pt x="97768" y="20735"/>
                    <a:pt x="96276" y="22258"/>
                  </a:cubicBezTo>
                  <a:close/>
                  <a:moveTo>
                    <a:pt x="18124" y="72246"/>
                  </a:moveTo>
                  <a:lnTo>
                    <a:pt x="48091" y="42278"/>
                  </a:lnTo>
                  <a:lnTo>
                    <a:pt x="32734" y="26921"/>
                  </a:lnTo>
                  <a:cubicBezTo>
                    <a:pt x="28849" y="23035"/>
                    <a:pt x="28849" y="16725"/>
                    <a:pt x="32734" y="12839"/>
                  </a:cubicBezTo>
                  <a:cubicBezTo>
                    <a:pt x="36620" y="8953"/>
                    <a:pt x="42931" y="8953"/>
                    <a:pt x="46817" y="12839"/>
                  </a:cubicBezTo>
                  <a:lnTo>
                    <a:pt x="62174" y="28196"/>
                  </a:lnTo>
                  <a:lnTo>
                    <a:pt x="82194" y="8176"/>
                  </a:lnTo>
                  <a:cubicBezTo>
                    <a:pt x="87447" y="2953"/>
                    <a:pt x="94535" y="0"/>
                    <a:pt x="101965" y="0"/>
                  </a:cubicBezTo>
                  <a:cubicBezTo>
                    <a:pt x="109395" y="0"/>
                    <a:pt x="116482" y="2953"/>
                    <a:pt x="121736" y="8176"/>
                  </a:cubicBezTo>
                  <a:lnTo>
                    <a:pt x="160936" y="47376"/>
                  </a:lnTo>
                  <a:cubicBezTo>
                    <a:pt x="166159" y="52630"/>
                    <a:pt x="169112" y="59718"/>
                    <a:pt x="169112" y="67148"/>
                  </a:cubicBezTo>
                  <a:cubicBezTo>
                    <a:pt x="169112" y="74577"/>
                    <a:pt x="166159" y="81665"/>
                    <a:pt x="160936" y="86919"/>
                  </a:cubicBezTo>
                  <a:lnTo>
                    <a:pt x="96867" y="150989"/>
                  </a:lnTo>
                  <a:cubicBezTo>
                    <a:pt x="91613" y="156211"/>
                    <a:pt x="84525" y="159164"/>
                    <a:pt x="77095" y="159164"/>
                  </a:cubicBezTo>
                  <a:cubicBezTo>
                    <a:pt x="69666" y="159164"/>
                    <a:pt x="62578" y="156211"/>
                    <a:pt x="57324" y="150989"/>
                  </a:cubicBezTo>
                  <a:lnTo>
                    <a:pt x="18124" y="111788"/>
                  </a:lnTo>
                  <a:cubicBezTo>
                    <a:pt x="12901" y="106535"/>
                    <a:pt x="9948" y="99447"/>
                    <a:pt x="9948" y="92017"/>
                  </a:cubicBezTo>
                  <a:cubicBezTo>
                    <a:pt x="9948" y="84587"/>
                    <a:pt x="12901" y="77499"/>
                    <a:pt x="18124" y="72246"/>
                  </a:cubicBezTo>
                  <a:close/>
                  <a:moveTo>
                    <a:pt x="159164" y="169112"/>
                  </a:moveTo>
                  <a:cubicBezTo>
                    <a:pt x="148191" y="169112"/>
                    <a:pt x="139269" y="160190"/>
                    <a:pt x="139269" y="149217"/>
                  </a:cubicBezTo>
                  <a:cubicBezTo>
                    <a:pt x="139269" y="141383"/>
                    <a:pt x="149403" y="124472"/>
                    <a:pt x="155185" y="115425"/>
                  </a:cubicBezTo>
                  <a:cubicBezTo>
                    <a:pt x="157051" y="112503"/>
                    <a:pt x="161247" y="112503"/>
                    <a:pt x="163113" y="115425"/>
                  </a:cubicBezTo>
                  <a:cubicBezTo>
                    <a:pt x="168926" y="124472"/>
                    <a:pt x="179029" y="141383"/>
                    <a:pt x="179029" y="149217"/>
                  </a:cubicBezTo>
                  <a:cubicBezTo>
                    <a:pt x="179029" y="160190"/>
                    <a:pt x="170107" y="169112"/>
                    <a:pt x="159133" y="169112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100" name="Text 98"/>
            <p:cNvSpPr/>
            <p:nvPr/>
          </p:nvSpPr>
          <p:spPr>
            <a:xfrm>
              <a:off x="10269094" y="6105024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Fill Mode</a:t>
              </a:r>
              <a:endParaRPr lang="en-US" sz="1600" dirty="0"/>
            </a:p>
          </p:txBody>
        </p:sp>
        <p:sp>
          <p:nvSpPr>
            <p:cNvPr id="101" name="Text 99"/>
            <p:cNvSpPr/>
            <p:nvPr/>
          </p:nvSpPr>
          <p:spPr>
            <a:xfrm>
              <a:off x="10269094" y="6296021"/>
              <a:ext cx="1400648" cy="190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3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Nearest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0E2B5BF6-C3FF-7D41-6DF8-17C44F1BDBBE}"/>
              </a:ext>
            </a:extLst>
          </p:cNvPr>
          <p:cNvGrpSpPr/>
          <p:nvPr/>
        </p:nvGrpSpPr>
        <p:grpSpPr>
          <a:xfrm>
            <a:off x="275555" y="174887"/>
            <a:ext cx="11636375" cy="6556375"/>
            <a:chOff x="317500" y="32274"/>
            <a:chExt cx="11636375" cy="6754421"/>
          </a:xfrm>
        </p:grpSpPr>
        <p:sp>
          <p:nvSpPr>
            <p:cNvPr id="2" name="Shape 0"/>
            <p:cNvSpPr/>
            <p:nvPr/>
          </p:nvSpPr>
          <p:spPr>
            <a:xfrm>
              <a:off x="317500" y="64024"/>
              <a:ext cx="63500" cy="317500"/>
            </a:xfrm>
            <a:custGeom>
              <a:avLst/>
              <a:gdLst/>
              <a:ahLst/>
              <a:cxnLst/>
              <a:rect l="l" t="t" r="r" b="b"/>
              <a:pathLst>
                <a:path w="63500" h="317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285750"/>
                  </a:lnTo>
                  <a:cubicBezTo>
                    <a:pt x="63500" y="303273"/>
                    <a:pt x="49273" y="317500"/>
                    <a:pt x="31750" y="317500"/>
                  </a:cubicBezTo>
                  <a:lnTo>
                    <a:pt x="31750" y="317500"/>
                  </a:lnTo>
                  <a:cubicBezTo>
                    <a:pt x="14227" y="317500"/>
                    <a:pt x="0" y="303273"/>
                    <a:pt x="0" y="285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/>
                </a:gs>
                <a:gs pos="0">
                  <a:srgbClr val="FFFFFF"/>
                </a:gs>
                <a:gs pos="100000">
                  <a:srgbClr val="14B8A6"/>
                </a:gs>
              </a:gsLst>
              <a:lin ang="5400000" scaled="1"/>
            </a:gradFill>
            <a:ln/>
          </p:spPr>
        </p:sp>
        <p:sp>
          <p:nvSpPr>
            <p:cNvPr id="3" name="Text 1"/>
            <p:cNvSpPr/>
            <p:nvPr/>
          </p:nvSpPr>
          <p:spPr>
            <a:xfrm>
              <a:off x="476250" y="32274"/>
              <a:ext cx="49053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en-US" sz="2400" b="1" dirty="0">
                  <a:solidFill>
                    <a:srgbClr val="0D4F4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Training Results &amp; Accuracy</a:t>
              </a:r>
              <a:endParaRPr lang="en-US" sz="12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76250" y="476774"/>
              <a:ext cx="11477625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00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Two-stage training strategy with comprehensive performance metrics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17500" y="826024"/>
              <a:ext cx="3746500" cy="3143250"/>
            </a:xfrm>
            <a:custGeom>
              <a:avLst/>
              <a:gdLst/>
              <a:ahLst/>
              <a:cxnLst/>
              <a:rect l="l" t="t" r="r" b="b"/>
              <a:pathLst>
                <a:path w="3746500" h="3143250">
                  <a:moveTo>
                    <a:pt x="126987" y="0"/>
                  </a:moveTo>
                  <a:lnTo>
                    <a:pt x="3619513" y="0"/>
                  </a:lnTo>
                  <a:cubicBezTo>
                    <a:pt x="3689646" y="0"/>
                    <a:pt x="3746500" y="56854"/>
                    <a:pt x="3746500" y="126987"/>
                  </a:cubicBezTo>
                  <a:lnTo>
                    <a:pt x="3746500" y="3016263"/>
                  </a:lnTo>
                  <a:cubicBezTo>
                    <a:pt x="3746500" y="3086396"/>
                    <a:pt x="3689646" y="3143250"/>
                    <a:pt x="3619513" y="3143250"/>
                  </a:cubicBezTo>
                  <a:lnTo>
                    <a:pt x="126987" y="3143250"/>
                  </a:lnTo>
                  <a:cubicBezTo>
                    <a:pt x="56854" y="3143250"/>
                    <a:pt x="0" y="3086396"/>
                    <a:pt x="0" y="3016263"/>
                  </a:cubicBezTo>
                  <a:lnTo>
                    <a:pt x="0" y="126987"/>
                  </a:lnTo>
                  <a:cubicBezTo>
                    <a:pt x="0" y="56901"/>
                    <a:pt x="56901" y="0"/>
                    <a:pt x="1269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/>
                </a:gs>
                <a:gs pos="100000">
                  <a:srgbClr val="0D4F4F">
                    <a:alpha val="90000"/>
                  </a:srgbClr>
                </a:gs>
              </a:gsLst>
              <a:lin ang="2700000" scaled="1"/>
            </a:gradFill>
            <a:ln/>
          </p:spPr>
        </p:sp>
        <p:sp>
          <p:nvSpPr>
            <p:cNvPr id="6" name="Shape 4"/>
            <p:cNvSpPr/>
            <p:nvPr/>
          </p:nvSpPr>
          <p:spPr>
            <a:xfrm>
              <a:off x="476250" y="984774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95252" y="0"/>
                  </a:moveTo>
                  <a:lnTo>
                    <a:pt x="349248" y="0"/>
                  </a:lnTo>
                  <a:cubicBezTo>
                    <a:pt x="401819" y="0"/>
                    <a:pt x="444500" y="42681"/>
                    <a:pt x="444500" y="95252"/>
                  </a:cubicBezTo>
                  <a:lnTo>
                    <a:pt x="444500" y="349248"/>
                  </a:lnTo>
                  <a:cubicBezTo>
                    <a:pt x="444500" y="401854"/>
                    <a:pt x="401854" y="444500"/>
                    <a:pt x="349248" y="444500"/>
                  </a:cubicBezTo>
                  <a:lnTo>
                    <a:pt x="95252" y="444500"/>
                  </a:lnTo>
                  <a:cubicBezTo>
                    <a:pt x="42681" y="444500"/>
                    <a:pt x="0" y="401819"/>
                    <a:pt x="0" y="349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566539" y="1087962"/>
              <a:ext cx="267891" cy="238125"/>
            </a:xfrm>
            <a:custGeom>
              <a:avLst/>
              <a:gdLst/>
              <a:ahLst/>
              <a:cxnLst/>
              <a:rect l="l" t="t" r="r" b="b"/>
              <a:pathLst>
                <a:path w="267891" h="238125">
                  <a:moveTo>
                    <a:pt x="133945" y="14883"/>
                  </a:moveTo>
                  <a:cubicBezTo>
                    <a:pt x="96366" y="14883"/>
                    <a:pt x="66275" y="31998"/>
                    <a:pt x="44369" y="52369"/>
                  </a:cubicBezTo>
                  <a:cubicBezTo>
                    <a:pt x="22603" y="72600"/>
                    <a:pt x="8046" y="96738"/>
                    <a:pt x="1116" y="113342"/>
                  </a:cubicBezTo>
                  <a:cubicBezTo>
                    <a:pt x="-419" y="117016"/>
                    <a:pt x="-419" y="121109"/>
                    <a:pt x="1116" y="124783"/>
                  </a:cubicBezTo>
                  <a:cubicBezTo>
                    <a:pt x="8046" y="141387"/>
                    <a:pt x="22603" y="165571"/>
                    <a:pt x="44369" y="185756"/>
                  </a:cubicBezTo>
                  <a:cubicBezTo>
                    <a:pt x="66275" y="206080"/>
                    <a:pt x="96366" y="223242"/>
                    <a:pt x="133945" y="223242"/>
                  </a:cubicBezTo>
                  <a:cubicBezTo>
                    <a:pt x="171524" y="223242"/>
                    <a:pt x="201616" y="206127"/>
                    <a:pt x="223521" y="185756"/>
                  </a:cubicBezTo>
                  <a:cubicBezTo>
                    <a:pt x="245287" y="165525"/>
                    <a:pt x="259845" y="141387"/>
                    <a:pt x="266774" y="124783"/>
                  </a:cubicBezTo>
                  <a:cubicBezTo>
                    <a:pt x="268309" y="121109"/>
                    <a:pt x="268309" y="117016"/>
                    <a:pt x="266774" y="113342"/>
                  </a:cubicBezTo>
                  <a:cubicBezTo>
                    <a:pt x="259845" y="96738"/>
                    <a:pt x="245287" y="72554"/>
                    <a:pt x="223521" y="52369"/>
                  </a:cubicBezTo>
                  <a:cubicBezTo>
                    <a:pt x="201616" y="32045"/>
                    <a:pt x="171524" y="14883"/>
                    <a:pt x="133945" y="14883"/>
                  </a:cubicBezTo>
                  <a:close/>
                  <a:moveTo>
                    <a:pt x="66973" y="119062"/>
                  </a:moveTo>
                  <a:cubicBezTo>
                    <a:pt x="66973" y="82099"/>
                    <a:pt x="96982" y="52090"/>
                    <a:pt x="133945" y="52090"/>
                  </a:cubicBezTo>
                  <a:cubicBezTo>
                    <a:pt x="170909" y="52090"/>
                    <a:pt x="200918" y="82099"/>
                    <a:pt x="200918" y="119062"/>
                  </a:cubicBezTo>
                  <a:cubicBezTo>
                    <a:pt x="200918" y="156026"/>
                    <a:pt x="170909" y="186035"/>
                    <a:pt x="133945" y="186035"/>
                  </a:cubicBezTo>
                  <a:cubicBezTo>
                    <a:pt x="96982" y="186035"/>
                    <a:pt x="66973" y="156026"/>
                    <a:pt x="66973" y="119062"/>
                  </a:cubicBezTo>
                  <a:close/>
                  <a:moveTo>
                    <a:pt x="133945" y="89297"/>
                  </a:moveTo>
                  <a:cubicBezTo>
                    <a:pt x="133945" y="105714"/>
                    <a:pt x="120597" y="119062"/>
                    <a:pt x="104180" y="119062"/>
                  </a:cubicBezTo>
                  <a:cubicBezTo>
                    <a:pt x="98831" y="119062"/>
                    <a:pt x="93808" y="117667"/>
                    <a:pt x="89436" y="115156"/>
                  </a:cubicBezTo>
                  <a:cubicBezTo>
                    <a:pt x="88971" y="120225"/>
                    <a:pt x="89390" y="125434"/>
                    <a:pt x="90785" y="130597"/>
                  </a:cubicBezTo>
                  <a:cubicBezTo>
                    <a:pt x="97157" y="154409"/>
                    <a:pt x="121667" y="168548"/>
                    <a:pt x="145479" y="162176"/>
                  </a:cubicBezTo>
                  <a:cubicBezTo>
                    <a:pt x="169292" y="155804"/>
                    <a:pt x="183431" y="131294"/>
                    <a:pt x="177059" y="107482"/>
                  </a:cubicBezTo>
                  <a:cubicBezTo>
                    <a:pt x="171385" y="86227"/>
                    <a:pt x="151247" y="72693"/>
                    <a:pt x="130039" y="74554"/>
                  </a:cubicBezTo>
                  <a:cubicBezTo>
                    <a:pt x="132504" y="78879"/>
                    <a:pt x="133945" y="83902"/>
                    <a:pt x="133945" y="89297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016000" y="1000649"/>
              <a:ext cx="120650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Jaundice Model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16000" y="1222899"/>
              <a:ext cx="119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MobileNetV2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76250" y="1556274"/>
              <a:ext cx="3429000" cy="857250"/>
            </a:xfrm>
            <a:custGeom>
              <a:avLst/>
              <a:gdLst/>
              <a:ahLst/>
              <a:cxnLst/>
              <a:rect l="l" t="t" r="r" b="b"/>
              <a:pathLst>
                <a:path w="3429000" h="857250">
                  <a:moveTo>
                    <a:pt x="95249" y="0"/>
                  </a:moveTo>
                  <a:lnTo>
                    <a:pt x="3333751" y="0"/>
                  </a:lnTo>
                  <a:cubicBezTo>
                    <a:pt x="3386356" y="0"/>
                    <a:pt x="3429000" y="42644"/>
                    <a:pt x="3429000" y="95249"/>
                  </a:cubicBezTo>
                  <a:lnTo>
                    <a:pt x="3429000" y="762001"/>
                  </a:lnTo>
                  <a:cubicBezTo>
                    <a:pt x="3429000" y="814606"/>
                    <a:pt x="3386356" y="857250"/>
                    <a:pt x="3333751" y="857250"/>
                  </a:cubicBezTo>
                  <a:lnTo>
                    <a:pt x="95249" y="857250"/>
                  </a:lnTo>
                  <a:cubicBezTo>
                    <a:pt x="42644" y="857250"/>
                    <a:pt x="0" y="814606"/>
                    <a:pt x="0" y="762001"/>
                  </a:cubicBezTo>
                  <a:lnTo>
                    <a:pt x="0" y="95249"/>
                  </a:lnTo>
                  <a:cubicBezTo>
                    <a:pt x="0" y="42680"/>
                    <a:pt x="42680" y="0"/>
                    <a:pt x="9524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571500" y="1683274"/>
              <a:ext cx="3238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Validation Accuracy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08000" y="1905524"/>
              <a:ext cx="33655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2400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90.62%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6250" y="2508774"/>
              <a:ext cx="3429000" cy="603250"/>
            </a:xfrm>
            <a:custGeom>
              <a:avLst/>
              <a:gdLst/>
              <a:ahLst/>
              <a:cxnLst/>
              <a:rect l="l" t="t" r="r" b="b"/>
              <a:pathLst>
                <a:path w="3429000" h="603250">
                  <a:moveTo>
                    <a:pt x="95247" y="0"/>
                  </a:moveTo>
                  <a:lnTo>
                    <a:pt x="3333753" y="0"/>
                  </a:lnTo>
                  <a:cubicBezTo>
                    <a:pt x="3386356" y="0"/>
                    <a:pt x="3429000" y="42644"/>
                    <a:pt x="3429000" y="95247"/>
                  </a:cubicBezTo>
                  <a:lnTo>
                    <a:pt x="3429000" y="508003"/>
                  </a:lnTo>
                  <a:cubicBezTo>
                    <a:pt x="3429000" y="560606"/>
                    <a:pt x="3386356" y="603250"/>
                    <a:pt x="3333753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587375" y="263577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6346" y="56679"/>
                  </a:moveTo>
                  <a:cubicBezTo>
                    <a:pt x="19645" y="33610"/>
                    <a:pt x="39514" y="15875"/>
                    <a:pt x="63500" y="15875"/>
                  </a:cubicBezTo>
                  <a:cubicBezTo>
                    <a:pt x="76646" y="15875"/>
                    <a:pt x="88553" y="21208"/>
                    <a:pt x="97185" y="29815"/>
                  </a:cubicBezTo>
                  <a:cubicBezTo>
                    <a:pt x="97234" y="29865"/>
                    <a:pt x="97284" y="29914"/>
                    <a:pt x="97334" y="29964"/>
                  </a:cubicBezTo>
                  <a:lnTo>
                    <a:pt x="99219" y="31750"/>
                  </a:lnTo>
                  <a:lnTo>
                    <a:pt x="87337" y="31750"/>
                  </a:lnTo>
                  <a:cubicBezTo>
                    <a:pt x="82947" y="31750"/>
                    <a:pt x="79400" y="35297"/>
                    <a:pt x="79400" y="39688"/>
                  </a:cubicBezTo>
                  <a:cubicBezTo>
                    <a:pt x="79400" y="44078"/>
                    <a:pt x="82947" y="47625"/>
                    <a:pt x="87337" y="47625"/>
                  </a:cubicBezTo>
                  <a:lnTo>
                    <a:pt x="119087" y="47625"/>
                  </a:lnTo>
                  <a:cubicBezTo>
                    <a:pt x="123478" y="47625"/>
                    <a:pt x="127025" y="44078"/>
                    <a:pt x="127025" y="39688"/>
                  </a:cubicBezTo>
                  <a:lnTo>
                    <a:pt x="127025" y="7938"/>
                  </a:lnTo>
                  <a:cubicBezTo>
                    <a:pt x="127025" y="3547"/>
                    <a:pt x="123478" y="0"/>
                    <a:pt x="119087" y="0"/>
                  </a:cubicBezTo>
                  <a:cubicBezTo>
                    <a:pt x="114697" y="0"/>
                    <a:pt x="111150" y="3547"/>
                    <a:pt x="111150" y="7938"/>
                  </a:cubicBezTo>
                  <a:lnTo>
                    <a:pt x="111150" y="21183"/>
                  </a:lnTo>
                  <a:lnTo>
                    <a:pt x="108347" y="18529"/>
                  </a:lnTo>
                  <a:cubicBezTo>
                    <a:pt x="96862" y="7094"/>
                    <a:pt x="80987" y="0"/>
                    <a:pt x="63500" y="0"/>
                  </a:cubicBezTo>
                  <a:cubicBezTo>
                    <a:pt x="31502" y="0"/>
                    <a:pt x="5035" y="23664"/>
                    <a:pt x="645" y="54446"/>
                  </a:cubicBezTo>
                  <a:cubicBezTo>
                    <a:pt x="25" y="58787"/>
                    <a:pt x="3026" y="62805"/>
                    <a:pt x="7367" y="63426"/>
                  </a:cubicBezTo>
                  <a:cubicBezTo>
                    <a:pt x="11708" y="64046"/>
                    <a:pt x="15726" y="61020"/>
                    <a:pt x="16346" y="56704"/>
                  </a:cubicBezTo>
                  <a:close/>
                  <a:moveTo>
                    <a:pt x="126355" y="72554"/>
                  </a:moveTo>
                  <a:cubicBezTo>
                    <a:pt x="126975" y="68213"/>
                    <a:pt x="123949" y="64195"/>
                    <a:pt x="119633" y="63574"/>
                  </a:cubicBezTo>
                  <a:cubicBezTo>
                    <a:pt x="115317" y="62954"/>
                    <a:pt x="111274" y="65980"/>
                    <a:pt x="110654" y="70296"/>
                  </a:cubicBezTo>
                  <a:cubicBezTo>
                    <a:pt x="107355" y="93365"/>
                    <a:pt x="87486" y="111100"/>
                    <a:pt x="63500" y="111100"/>
                  </a:cubicBezTo>
                  <a:cubicBezTo>
                    <a:pt x="50354" y="111100"/>
                    <a:pt x="38447" y="105767"/>
                    <a:pt x="29815" y="97160"/>
                  </a:cubicBezTo>
                  <a:cubicBezTo>
                    <a:pt x="29766" y="97110"/>
                    <a:pt x="29716" y="97061"/>
                    <a:pt x="29666" y="97011"/>
                  </a:cubicBezTo>
                  <a:lnTo>
                    <a:pt x="27781" y="95225"/>
                  </a:lnTo>
                  <a:lnTo>
                    <a:pt x="39663" y="95225"/>
                  </a:lnTo>
                  <a:cubicBezTo>
                    <a:pt x="44053" y="95225"/>
                    <a:pt x="47600" y="91678"/>
                    <a:pt x="47600" y="87288"/>
                  </a:cubicBezTo>
                  <a:cubicBezTo>
                    <a:pt x="47600" y="82897"/>
                    <a:pt x="44053" y="79350"/>
                    <a:pt x="39663" y="79350"/>
                  </a:cubicBezTo>
                  <a:lnTo>
                    <a:pt x="7938" y="79375"/>
                  </a:lnTo>
                  <a:cubicBezTo>
                    <a:pt x="5829" y="79375"/>
                    <a:pt x="3795" y="80218"/>
                    <a:pt x="2307" y="81731"/>
                  </a:cubicBezTo>
                  <a:cubicBezTo>
                    <a:pt x="819" y="83245"/>
                    <a:pt x="-25" y="85254"/>
                    <a:pt x="0" y="87387"/>
                  </a:cubicBezTo>
                  <a:lnTo>
                    <a:pt x="248" y="118889"/>
                  </a:lnTo>
                  <a:cubicBezTo>
                    <a:pt x="273" y="123279"/>
                    <a:pt x="3870" y="126802"/>
                    <a:pt x="8260" y="126752"/>
                  </a:cubicBezTo>
                  <a:cubicBezTo>
                    <a:pt x="12650" y="126702"/>
                    <a:pt x="16173" y="123130"/>
                    <a:pt x="16123" y="118740"/>
                  </a:cubicBezTo>
                  <a:lnTo>
                    <a:pt x="16024" y="105966"/>
                  </a:lnTo>
                  <a:lnTo>
                    <a:pt x="18678" y="108471"/>
                  </a:lnTo>
                  <a:cubicBezTo>
                    <a:pt x="30163" y="119906"/>
                    <a:pt x="46013" y="127000"/>
                    <a:pt x="63500" y="127000"/>
                  </a:cubicBezTo>
                  <a:cubicBezTo>
                    <a:pt x="95498" y="127000"/>
                    <a:pt x="121965" y="103336"/>
                    <a:pt x="126355" y="72554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69938" y="2604024"/>
              <a:ext cx="310356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Loss Function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71500" y="2826274"/>
              <a:ext cx="3302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Binary Cross-Entropy</a:t>
              </a:r>
              <a:endParaRPr lang="en-US" sz="1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6250" y="3207274"/>
              <a:ext cx="1666875" cy="603250"/>
            </a:xfrm>
            <a:custGeom>
              <a:avLst/>
              <a:gdLst/>
              <a:ahLst/>
              <a:cxnLst/>
              <a:rect l="l" t="t" r="r" b="b"/>
              <a:pathLst>
                <a:path w="1666875" h="603250">
                  <a:moveTo>
                    <a:pt x="95247" y="0"/>
                  </a:moveTo>
                  <a:lnTo>
                    <a:pt x="1571628" y="0"/>
                  </a:lnTo>
                  <a:cubicBezTo>
                    <a:pt x="1624231" y="0"/>
                    <a:pt x="1666875" y="42644"/>
                    <a:pt x="1666875" y="95247"/>
                  </a:cubicBezTo>
                  <a:lnTo>
                    <a:pt x="1666875" y="508003"/>
                  </a:lnTo>
                  <a:cubicBezTo>
                    <a:pt x="1666875" y="560606"/>
                    <a:pt x="1624231" y="603250"/>
                    <a:pt x="1571628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539750" y="3302524"/>
              <a:ext cx="1539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Train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31813" y="3493024"/>
              <a:ext cx="1555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136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238375" y="3207274"/>
              <a:ext cx="1666875" cy="603250"/>
            </a:xfrm>
            <a:custGeom>
              <a:avLst/>
              <a:gdLst/>
              <a:ahLst/>
              <a:cxnLst/>
              <a:rect l="l" t="t" r="r" b="b"/>
              <a:pathLst>
                <a:path w="1666875" h="603250">
                  <a:moveTo>
                    <a:pt x="95247" y="0"/>
                  </a:moveTo>
                  <a:lnTo>
                    <a:pt x="1571628" y="0"/>
                  </a:lnTo>
                  <a:cubicBezTo>
                    <a:pt x="1624231" y="0"/>
                    <a:pt x="1666875" y="42644"/>
                    <a:pt x="1666875" y="95247"/>
                  </a:cubicBezTo>
                  <a:lnTo>
                    <a:pt x="1666875" y="508003"/>
                  </a:lnTo>
                  <a:cubicBezTo>
                    <a:pt x="1666875" y="560606"/>
                    <a:pt x="1624231" y="603250"/>
                    <a:pt x="1571628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2301875" y="3302524"/>
              <a:ext cx="1539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293938" y="3493024"/>
              <a:ext cx="1555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32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222750" y="826024"/>
              <a:ext cx="3746500" cy="3143250"/>
            </a:xfrm>
            <a:custGeom>
              <a:avLst/>
              <a:gdLst/>
              <a:ahLst/>
              <a:cxnLst/>
              <a:rect l="l" t="t" r="r" b="b"/>
              <a:pathLst>
                <a:path w="3746500" h="3143250">
                  <a:moveTo>
                    <a:pt x="126987" y="0"/>
                  </a:moveTo>
                  <a:lnTo>
                    <a:pt x="3619513" y="0"/>
                  </a:lnTo>
                  <a:cubicBezTo>
                    <a:pt x="3689646" y="0"/>
                    <a:pt x="3746500" y="56854"/>
                    <a:pt x="3746500" y="126987"/>
                  </a:cubicBezTo>
                  <a:lnTo>
                    <a:pt x="3746500" y="3016263"/>
                  </a:lnTo>
                  <a:cubicBezTo>
                    <a:pt x="3746500" y="3086396"/>
                    <a:pt x="3689646" y="3143250"/>
                    <a:pt x="3619513" y="3143250"/>
                  </a:cubicBezTo>
                  <a:lnTo>
                    <a:pt x="126987" y="3143250"/>
                  </a:lnTo>
                  <a:cubicBezTo>
                    <a:pt x="56854" y="3143250"/>
                    <a:pt x="0" y="3086396"/>
                    <a:pt x="0" y="3016263"/>
                  </a:cubicBezTo>
                  <a:lnTo>
                    <a:pt x="0" y="126987"/>
                  </a:lnTo>
                  <a:cubicBezTo>
                    <a:pt x="0" y="56901"/>
                    <a:pt x="56901" y="0"/>
                    <a:pt x="1269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/>
                </a:gs>
                <a:gs pos="100000">
                  <a:srgbClr val="14B8A6"/>
                </a:gs>
              </a:gsLst>
              <a:lin ang="2700000" scaled="1"/>
            </a:gra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381500" y="984774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95252" y="0"/>
                  </a:moveTo>
                  <a:lnTo>
                    <a:pt x="349248" y="0"/>
                  </a:lnTo>
                  <a:cubicBezTo>
                    <a:pt x="401819" y="0"/>
                    <a:pt x="444500" y="42681"/>
                    <a:pt x="444500" y="95252"/>
                  </a:cubicBezTo>
                  <a:lnTo>
                    <a:pt x="444500" y="349248"/>
                  </a:lnTo>
                  <a:cubicBezTo>
                    <a:pt x="444500" y="401854"/>
                    <a:pt x="401854" y="444500"/>
                    <a:pt x="349248" y="444500"/>
                  </a:cubicBezTo>
                  <a:lnTo>
                    <a:pt x="95252" y="444500"/>
                  </a:lnTo>
                  <a:cubicBezTo>
                    <a:pt x="42681" y="444500"/>
                    <a:pt x="0" y="401819"/>
                    <a:pt x="0" y="349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501555" y="1087962"/>
              <a:ext cx="208359" cy="238125"/>
            </a:xfrm>
            <a:custGeom>
              <a:avLst/>
              <a:gdLst/>
              <a:ahLst/>
              <a:cxnLst/>
              <a:rect l="l" t="t" r="r" b="b"/>
              <a:pathLst>
                <a:path w="208359" h="238125">
                  <a:moveTo>
                    <a:pt x="104180" y="115342"/>
                  </a:moveTo>
                  <a:cubicBezTo>
                    <a:pt x="134982" y="115342"/>
                    <a:pt x="159990" y="90334"/>
                    <a:pt x="159990" y="59531"/>
                  </a:cubicBezTo>
                  <a:cubicBezTo>
                    <a:pt x="159990" y="28729"/>
                    <a:pt x="134982" y="3721"/>
                    <a:pt x="104180" y="3721"/>
                  </a:cubicBezTo>
                  <a:cubicBezTo>
                    <a:pt x="73377" y="3721"/>
                    <a:pt x="48369" y="28729"/>
                    <a:pt x="48369" y="59531"/>
                  </a:cubicBezTo>
                  <a:cubicBezTo>
                    <a:pt x="48369" y="90334"/>
                    <a:pt x="73377" y="115342"/>
                    <a:pt x="104180" y="115342"/>
                  </a:cubicBezTo>
                  <a:close/>
                  <a:moveTo>
                    <a:pt x="90367" y="141387"/>
                  </a:moveTo>
                  <a:cubicBezTo>
                    <a:pt x="44555" y="141387"/>
                    <a:pt x="7441" y="178501"/>
                    <a:pt x="7441" y="224312"/>
                  </a:cubicBezTo>
                  <a:cubicBezTo>
                    <a:pt x="7441" y="231939"/>
                    <a:pt x="13627" y="238125"/>
                    <a:pt x="21255" y="238125"/>
                  </a:cubicBezTo>
                  <a:lnTo>
                    <a:pt x="187105" y="238125"/>
                  </a:lnTo>
                  <a:cubicBezTo>
                    <a:pt x="194732" y="238125"/>
                    <a:pt x="200918" y="231939"/>
                    <a:pt x="200918" y="224312"/>
                  </a:cubicBezTo>
                  <a:cubicBezTo>
                    <a:pt x="200918" y="178501"/>
                    <a:pt x="163804" y="141387"/>
                    <a:pt x="117993" y="141387"/>
                  </a:cubicBezTo>
                  <a:lnTo>
                    <a:pt x="90367" y="141387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4921250" y="1000649"/>
              <a:ext cx="904875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Face Model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921250" y="1222899"/>
              <a:ext cx="889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EfficientNetB0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381500" y="1556274"/>
              <a:ext cx="3429000" cy="857250"/>
            </a:xfrm>
            <a:custGeom>
              <a:avLst/>
              <a:gdLst/>
              <a:ahLst/>
              <a:cxnLst/>
              <a:rect l="l" t="t" r="r" b="b"/>
              <a:pathLst>
                <a:path w="3429000" h="857250">
                  <a:moveTo>
                    <a:pt x="95249" y="0"/>
                  </a:moveTo>
                  <a:lnTo>
                    <a:pt x="3333751" y="0"/>
                  </a:lnTo>
                  <a:cubicBezTo>
                    <a:pt x="3386356" y="0"/>
                    <a:pt x="3429000" y="42644"/>
                    <a:pt x="3429000" y="95249"/>
                  </a:cubicBezTo>
                  <a:lnTo>
                    <a:pt x="3429000" y="762001"/>
                  </a:lnTo>
                  <a:cubicBezTo>
                    <a:pt x="3429000" y="814606"/>
                    <a:pt x="3386356" y="857250"/>
                    <a:pt x="3333751" y="857250"/>
                  </a:cubicBezTo>
                  <a:lnTo>
                    <a:pt x="95249" y="857250"/>
                  </a:lnTo>
                  <a:cubicBezTo>
                    <a:pt x="42644" y="857250"/>
                    <a:pt x="0" y="814606"/>
                    <a:pt x="0" y="762001"/>
                  </a:cubicBezTo>
                  <a:lnTo>
                    <a:pt x="0" y="95249"/>
                  </a:lnTo>
                  <a:cubicBezTo>
                    <a:pt x="0" y="42680"/>
                    <a:pt x="42680" y="0"/>
                    <a:pt x="9524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476750" y="1683274"/>
              <a:ext cx="3238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Validation Accuracy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413250" y="1905524"/>
              <a:ext cx="33655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72.15%</a:t>
              </a:r>
              <a:endParaRPr lang="en-US" sz="12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381500" y="2508774"/>
              <a:ext cx="3429000" cy="603250"/>
            </a:xfrm>
            <a:custGeom>
              <a:avLst/>
              <a:gdLst/>
              <a:ahLst/>
              <a:cxnLst/>
              <a:rect l="l" t="t" r="r" b="b"/>
              <a:pathLst>
                <a:path w="3429000" h="603250">
                  <a:moveTo>
                    <a:pt x="95247" y="0"/>
                  </a:moveTo>
                  <a:lnTo>
                    <a:pt x="3333753" y="0"/>
                  </a:lnTo>
                  <a:cubicBezTo>
                    <a:pt x="3386356" y="0"/>
                    <a:pt x="3429000" y="42644"/>
                    <a:pt x="3429000" y="95247"/>
                  </a:cubicBezTo>
                  <a:lnTo>
                    <a:pt x="3429000" y="508003"/>
                  </a:lnTo>
                  <a:cubicBezTo>
                    <a:pt x="3429000" y="560606"/>
                    <a:pt x="3386356" y="603250"/>
                    <a:pt x="3333753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492625" y="263577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6346" y="56679"/>
                  </a:moveTo>
                  <a:cubicBezTo>
                    <a:pt x="19645" y="33610"/>
                    <a:pt x="39514" y="15875"/>
                    <a:pt x="63500" y="15875"/>
                  </a:cubicBezTo>
                  <a:cubicBezTo>
                    <a:pt x="76646" y="15875"/>
                    <a:pt x="88553" y="21208"/>
                    <a:pt x="97185" y="29815"/>
                  </a:cubicBezTo>
                  <a:cubicBezTo>
                    <a:pt x="97234" y="29865"/>
                    <a:pt x="97284" y="29914"/>
                    <a:pt x="97334" y="29964"/>
                  </a:cubicBezTo>
                  <a:lnTo>
                    <a:pt x="99219" y="31750"/>
                  </a:lnTo>
                  <a:lnTo>
                    <a:pt x="87337" y="31750"/>
                  </a:lnTo>
                  <a:cubicBezTo>
                    <a:pt x="82947" y="31750"/>
                    <a:pt x="79400" y="35297"/>
                    <a:pt x="79400" y="39688"/>
                  </a:cubicBezTo>
                  <a:cubicBezTo>
                    <a:pt x="79400" y="44078"/>
                    <a:pt x="82947" y="47625"/>
                    <a:pt x="87337" y="47625"/>
                  </a:cubicBezTo>
                  <a:lnTo>
                    <a:pt x="119087" y="47625"/>
                  </a:lnTo>
                  <a:cubicBezTo>
                    <a:pt x="123478" y="47625"/>
                    <a:pt x="127025" y="44078"/>
                    <a:pt x="127025" y="39688"/>
                  </a:cubicBezTo>
                  <a:lnTo>
                    <a:pt x="127025" y="7938"/>
                  </a:lnTo>
                  <a:cubicBezTo>
                    <a:pt x="127025" y="3547"/>
                    <a:pt x="123478" y="0"/>
                    <a:pt x="119087" y="0"/>
                  </a:cubicBezTo>
                  <a:cubicBezTo>
                    <a:pt x="114697" y="0"/>
                    <a:pt x="111150" y="3547"/>
                    <a:pt x="111150" y="7938"/>
                  </a:cubicBezTo>
                  <a:lnTo>
                    <a:pt x="111150" y="21183"/>
                  </a:lnTo>
                  <a:lnTo>
                    <a:pt x="108347" y="18529"/>
                  </a:lnTo>
                  <a:cubicBezTo>
                    <a:pt x="96862" y="7094"/>
                    <a:pt x="80987" y="0"/>
                    <a:pt x="63500" y="0"/>
                  </a:cubicBezTo>
                  <a:cubicBezTo>
                    <a:pt x="31502" y="0"/>
                    <a:pt x="5035" y="23664"/>
                    <a:pt x="645" y="54446"/>
                  </a:cubicBezTo>
                  <a:cubicBezTo>
                    <a:pt x="25" y="58787"/>
                    <a:pt x="3026" y="62805"/>
                    <a:pt x="7367" y="63426"/>
                  </a:cubicBezTo>
                  <a:cubicBezTo>
                    <a:pt x="11708" y="64046"/>
                    <a:pt x="15726" y="61020"/>
                    <a:pt x="16346" y="56704"/>
                  </a:cubicBezTo>
                  <a:close/>
                  <a:moveTo>
                    <a:pt x="126355" y="72554"/>
                  </a:moveTo>
                  <a:cubicBezTo>
                    <a:pt x="126975" y="68213"/>
                    <a:pt x="123949" y="64195"/>
                    <a:pt x="119633" y="63574"/>
                  </a:cubicBezTo>
                  <a:cubicBezTo>
                    <a:pt x="115317" y="62954"/>
                    <a:pt x="111274" y="65980"/>
                    <a:pt x="110654" y="70296"/>
                  </a:cubicBezTo>
                  <a:cubicBezTo>
                    <a:pt x="107355" y="93365"/>
                    <a:pt x="87486" y="111100"/>
                    <a:pt x="63500" y="111100"/>
                  </a:cubicBezTo>
                  <a:cubicBezTo>
                    <a:pt x="50354" y="111100"/>
                    <a:pt x="38447" y="105767"/>
                    <a:pt x="29815" y="97160"/>
                  </a:cubicBezTo>
                  <a:cubicBezTo>
                    <a:pt x="29766" y="97110"/>
                    <a:pt x="29716" y="97061"/>
                    <a:pt x="29666" y="97011"/>
                  </a:cubicBezTo>
                  <a:lnTo>
                    <a:pt x="27781" y="95225"/>
                  </a:lnTo>
                  <a:lnTo>
                    <a:pt x="39663" y="95225"/>
                  </a:lnTo>
                  <a:cubicBezTo>
                    <a:pt x="44053" y="95225"/>
                    <a:pt x="47600" y="91678"/>
                    <a:pt x="47600" y="87288"/>
                  </a:cubicBezTo>
                  <a:cubicBezTo>
                    <a:pt x="47600" y="82897"/>
                    <a:pt x="44053" y="79350"/>
                    <a:pt x="39663" y="79350"/>
                  </a:cubicBezTo>
                  <a:lnTo>
                    <a:pt x="7938" y="79375"/>
                  </a:lnTo>
                  <a:cubicBezTo>
                    <a:pt x="5829" y="79375"/>
                    <a:pt x="3795" y="80218"/>
                    <a:pt x="2307" y="81731"/>
                  </a:cubicBezTo>
                  <a:cubicBezTo>
                    <a:pt x="819" y="83245"/>
                    <a:pt x="-25" y="85254"/>
                    <a:pt x="0" y="87387"/>
                  </a:cubicBezTo>
                  <a:lnTo>
                    <a:pt x="248" y="118889"/>
                  </a:lnTo>
                  <a:cubicBezTo>
                    <a:pt x="273" y="123279"/>
                    <a:pt x="3870" y="126802"/>
                    <a:pt x="8260" y="126752"/>
                  </a:cubicBezTo>
                  <a:cubicBezTo>
                    <a:pt x="12650" y="126702"/>
                    <a:pt x="16173" y="123130"/>
                    <a:pt x="16123" y="118740"/>
                  </a:cubicBezTo>
                  <a:lnTo>
                    <a:pt x="16024" y="105966"/>
                  </a:lnTo>
                  <a:lnTo>
                    <a:pt x="18678" y="108471"/>
                  </a:lnTo>
                  <a:cubicBezTo>
                    <a:pt x="30163" y="119906"/>
                    <a:pt x="46013" y="127000"/>
                    <a:pt x="63500" y="127000"/>
                  </a:cubicBezTo>
                  <a:cubicBezTo>
                    <a:pt x="95498" y="127000"/>
                    <a:pt x="121965" y="103336"/>
                    <a:pt x="126355" y="7255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4675188" y="2604024"/>
              <a:ext cx="310356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Loss Function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476750" y="2826274"/>
              <a:ext cx="3302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Categorical Cross-Entropy</a:t>
              </a:r>
              <a:endParaRPr lang="en-US" sz="12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381500" y="3207274"/>
              <a:ext cx="1666875" cy="603250"/>
            </a:xfrm>
            <a:custGeom>
              <a:avLst/>
              <a:gdLst/>
              <a:ahLst/>
              <a:cxnLst/>
              <a:rect l="l" t="t" r="r" b="b"/>
              <a:pathLst>
                <a:path w="1666875" h="603250">
                  <a:moveTo>
                    <a:pt x="95247" y="0"/>
                  </a:moveTo>
                  <a:lnTo>
                    <a:pt x="1571628" y="0"/>
                  </a:lnTo>
                  <a:cubicBezTo>
                    <a:pt x="1624231" y="0"/>
                    <a:pt x="1666875" y="42644"/>
                    <a:pt x="1666875" y="95247"/>
                  </a:cubicBezTo>
                  <a:lnTo>
                    <a:pt x="1666875" y="508003"/>
                  </a:lnTo>
                  <a:cubicBezTo>
                    <a:pt x="1666875" y="560606"/>
                    <a:pt x="1624231" y="603250"/>
                    <a:pt x="1571628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445000" y="3302524"/>
              <a:ext cx="1539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Train</a:t>
              </a:r>
              <a:endParaRPr lang="en-US" sz="1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437063" y="3493024"/>
              <a:ext cx="1555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1,196</a:t>
              </a:r>
              <a:endParaRPr lang="en-US" sz="12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143625" y="3207274"/>
              <a:ext cx="1666875" cy="603250"/>
            </a:xfrm>
            <a:custGeom>
              <a:avLst/>
              <a:gdLst/>
              <a:ahLst/>
              <a:cxnLst/>
              <a:rect l="l" t="t" r="r" b="b"/>
              <a:pathLst>
                <a:path w="1666875" h="603250">
                  <a:moveTo>
                    <a:pt x="95247" y="0"/>
                  </a:moveTo>
                  <a:lnTo>
                    <a:pt x="1571628" y="0"/>
                  </a:lnTo>
                  <a:cubicBezTo>
                    <a:pt x="1624231" y="0"/>
                    <a:pt x="1666875" y="42644"/>
                    <a:pt x="1666875" y="95247"/>
                  </a:cubicBezTo>
                  <a:lnTo>
                    <a:pt x="1666875" y="508003"/>
                  </a:lnTo>
                  <a:cubicBezTo>
                    <a:pt x="1666875" y="560606"/>
                    <a:pt x="1624231" y="603250"/>
                    <a:pt x="1571628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6207125" y="3302524"/>
              <a:ext cx="1539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</a:t>
              </a:r>
              <a:endParaRPr lang="en-US" sz="1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199188" y="3493024"/>
              <a:ext cx="1555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298</a:t>
              </a:r>
              <a:endParaRPr lang="en-US" sz="12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8128000" y="826024"/>
              <a:ext cx="3746500" cy="3143250"/>
            </a:xfrm>
            <a:custGeom>
              <a:avLst/>
              <a:gdLst/>
              <a:ahLst/>
              <a:cxnLst/>
              <a:rect l="l" t="t" r="r" b="b"/>
              <a:pathLst>
                <a:path w="3746500" h="3143250">
                  <a:moveTo>
                    <a:pt x="126987" y="0"/>
                  </a:moveTo>
                  <a:lnTo>
                    <a:pt x="3619513" y="0"/>
                  </a:lnTo>
                  <a:cubicBezTo>
                    <a:pt x="3689646" y="0"/>
                    <a:pt x="3746500" y="56854"/>
                    <a:pt x="3746500" y="126987"/>
                  </a:cubicBezTo>
                  <a:lnTo>
                    <a:pt x="3746500" y="3016263"/>
                  </a:lnTo>
                  <a:cubicBezTo>
                    <a:pt x="3746500" y="3086396"/>
                    <a:pt x="3689646" y="3143250"/>
                    <a:pt x="3619513" y="3143250"/>
                  </a:cubicBezTo>
                  <a:lnTo>
                    <a:pt x="126987" y="3143250"/>
                  </a:lnTo>
                  <a:cubicBezTo>
                    <a:pt x="56854" y="3143250"/>
                    <a:pt x="0" y="3086396"/>
                    <a:pt x="0" y="3016263"/>
                  </a:cubicBezTo>
                  <a:lnTo>
                    <a:pt x="0" y="126987"/>
                  </a:lnTo>
                  <a:cubicBezTo>
                    <a:pt x="0" y="56901"/>
                    <a:pt x="56901" y="0"/>
                    <a:pt x="1269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/>
                </a:gs>
                <a:gs pos="100000">
                  <a:srgbClr val="0D4F4F">
                    <a:alpha val="90000"/>
                  </a:srgbClr>
                </a:gs>
              </a:gsLst>
              <a:lin ang="2700000" scaled="1"/>
            </a:gradFill>
            <a:ln/>
          </p:spPr>
        </p:sp>
        <p:sp>
          <p:nvSpPr>
            <p:cNvPr id="42" name="Shape 40"/>
            <p:cNvSpPr/>
            <p:nvPr/>
          </p:nvSpPr>
          <p:spPr>
            <a:xfrm>
              <a:off x="8286750" y="984774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95252" y="0"/>
                  </a:moveTo>
                  <a:lnTo>
                    <a:pt x="349248" y="0"/>
                  </a:lnTo>
                  <a:cubicBezTo>
                    <a:pt x="401819" y="0"/>
                    <a:pt x="444500" y="42681"/>
                    <a:pt x="444500" y="95252"/>
                  </a:cubicBezTo>
                  <a:lnTo>
                    <a:pt x="444500" y="349248"/>
                  </a:lnTo>
                  <a:cubicBezTo>
                    <a:pt x="444500" y="401854"/>
                    <a:pt x="401854" y="444500"/>
                    <a:pt x="349248" y="444500"/>
                  </a:cubicBezTo>
                  <a:lnTo>
                    <a:pt x="95252" y="444500"/>
                  </a:lnTo>
                  <a:cubicBezTo>
                    <a:pt x="42681" y="444500"/>
                    <a:pt x="0" y="401819"/>
                    <a:pt x="0" y="349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8362156" y="1087962"/>
              <a:ext cx="297656" cy="238125"/>
            </a:xfrm>
            <a:custGeom>
              <a:avLst/>
              <a:gdLst/>
              <a:ahLst/>
              <a:cxnLst/>
              <a:rect l="l" t="t" r="r" b="b"/>
              <a:pathLst>
                <a:path w="297656" h="238125">
                  <a:moveTo>
                    <a:pt x="148828" y="0"/>
                  </a:moveTo>
                  <a:cubicBezTo>
                    <a:pt x="157060" y="0"/>
                    <a:pt x="163711" y="6651"/>
                    <a:pt x="163711" y="14883"/>
                  </a:cubicBezTo>
                  <a:lnTo>
                    <a:pt x="163711" y="111621"/>
                  </a:lnTo>
                  <a:cubicBezTo>
                    <a:pt x="163711" y="115714"/>
                    <a:pt x="167060" y="119062"/>
                    <a:pt x="171152" y="119062"/>
                  </a:cubicBezTo>
                  <a:cubicBezTo>
                    <a:pt x="175245" y="119062"/>
                    <a:pt x="178594" y="115714"/>
                    <a:pt x="178594" y="111621"/>
                  </a:cubicBezTo>
                  <a:lnTo>
                    <a:pt x="178594" y="29766"/>
                  </a:lnTo>
                  <a:cubicBezTo>
                    <a:pt x="178594" y="21534"/>
                    <a:pt x="185245" y="14883"/>
                    <a:pt x="193477" y="14883"/>
                  </a:cubicBezTo>
                  <a:cubicBezTo>
                    <a:pt x="201709" y="14883"/>
                    <a:pt x="208359" y="21534"/>
                    <a:pt x="208359" y="29766"/>
                  </a:cubicBezTo>
                  <a:lnTo>
                    <a:pt x="208359" y="111621"/>
                  </a:lnTo>
                  <a:cubicBezTo>
                    <a:pt x="208359" y="115714"/>
                    <a:pt x="211708" y="119062"/>
                    <a:pt x="215801" y="119062"/>
                  </a:cubicBezTo>
                  <a:cubicBezTo>
                    <a:pt x="219894" y="119062"/>
                    <a:pt x="223242" y="115714"/>
                    <a:pt x="223242" y="111621"/>
                  </a:cubicBezTo>
                  <a:lnTo>
                    <a:pt x="223242" y="59531"/>
                  </a:lnTo>
                  <a:cubicBezTo>
                    <a:pt x="223242" y="51299"/>
                    <a:pt x="229893" y="44648"/>
                    <a:pt x="238125" y="44648"/>
                  </a:cubicBezTo>
                  <a:cubicBezTo>
                    <a:pt x="246357" y="44648"/>
                    <a:pt x="253008" y="51299"/>
                    <a:pt x="253008" y="59531"/>
                  </a:cubicBezTo>
                  <a:lnTo>
                    <a:pt x="253008" y="142410"/>
                  </a:lnTo>
                  <a:cubicBezTo>
                    <a:pt x="244078" y="144921"/>
                    <a:pt x="236869" y="151898"/>
                    <a:pt x="234218" y="161153"/>
                  </a:cubicBezTo>
                  <a:lnTo>
                    <a:pt x="231195" y="171710"/>
                  </a:lnTo>
                  <a:lnTo>
                    <a:pt x="220638" y="174734"/>
                  </a:lnTo>
                  <a:cubicBezTo>
                    <a:pt x="208917" y="178082"/>
                    <a:pt x="200871" y="188779"/>
                    <a:pt x="200871" y="200964"/>
                  </a:cubicBezTo>
                  <a:cubicBezTo>
                    <a:pt x="200871" y="211243"/>
                    <a:pt x="206639" y="220498"/>
                    <a:pt x="215475" y="225103"/>
                  </a:cubicBezTo>
                  <a:cubicBezTo>
                    <a:pt x="202685" y="233381"/>
                    <a:pt x="187477" y="238172"/>
                    <a:pt x="171106" y="238172"/>
                  </a:cubicBezTo>
                  <a:lnTo>
                    <a:pt x="162176" y="238172"/>
                  </a:lnTo>
                  <a:cubicBezTo>
                    <a:pt x="134457" y="238172"/>
                    <a:pt x="107807" y="227521"/>
                    <a:pt x="87762" y="208406"/>
                  </a:cubicBezTo>
                  <a:lnTo>
                    <a:pt x="35533" y="158595"/>
                  </a:lnTo>
                  <a:cubicBezTo>
                    <a:pt x="28091" y="151526"/>
                    <a:pt x="27812" y="139712"/>
                    <a:pt x="34882" y="132271"/>
                  </a:cubicBezTo>
                  <a:cubicBezTo>
                    <a:pt x="41951" y="124830"/>
                    <a:pt x="53764" y="124551"/>
                    <a:pt x="61206" y="131620"/>
                  </a:cubicBezTo>
                  <a:lnTo>
                    <a:pt x="89343" y="158409"/>
                  </a:lnTo>
                  <a:cubicBezTo>
                    <a:pt x="89343" y="157711"/>
                    <a:pt x="89297" y="156967"/>
                    <a:pt x="89297" y="156270"/>
                  </a:cubicBezTo>
                  <a:lnTo>
                    <a:pt x="89297" y="29766"/>
                  </a:lnTo>
                  <a:cubicBezTo>
                    <a:pt x="89297" y="21534"/>
                    <a:pt x="95948" y="14883"/>
                    <a:pt x="104180" y="14883"/>
                  </a:cubicBezTo>
                  <a:cubicBezTo>
                    <a:pt x="112412" y="14883"/>
                    <a:pt x="119062" y="21534"/>
                    <a:pt x="119062" y="29766"/>
                  </a:cubicBezTo>
                  <a:lnTo>
                    <a:pt x="119062" y="111621"/>
                  </a:lnTo>
                  <a:cubicBezTo>
                    <a:pt x="119062" y="115714"/>
                    <a:pt x="122411" y="119062"/>
                    <a:pt x="126504" y="119062"/>
                  </a:cubicBezTo>
                  <a:cubicBezTo>
                    <a:pt x="130597" y="119062"/>
                    <a:pt x="133945" y="115714"/>
                    <a:pt x="133945" y="111621"/>
                  </a:cubicBezTo>
                  <a:lnTo>
                    <a:pt x="133945" y="14883"/>
                  </a:lnTo>
                  <a:cubicBezTo>
                    <a:pt x="133945" y="6651"/>
                    <a:pt x="140596" y="0"/>
                    <a:pt x="148828" y="0"/>
                  </a:cubicBezTo>
                  <a:close/>
                  <a:moveTo>
                    <a:pt x="145433" y="151898"/>
                  </a:moveTo>
                  <a:cubicBezTo>
                    <a:pt x="144921" y="150084"/>
                    <a:pt x="143247" y="148828"/>
                    <a:pt x="141387" y="148828"/>
                  </a:cubicBezTo>
                  <a:cubicBezTo>
                    <a:pt x="139526" y="148828"/>
                    <a:pt x="137852" y="150084"/>
                    <a:pt x="137340" y="151898"/>
                  </a:cubicBezTo>
                  <a:lnTo>
                    <a:pt x="133945" y="163711"/>
                  </a:lnTo>
                  <a:lnTo>
                    <a:pt x="122132" y="167106"/>
                  </a:lnTo>
                  <a:cubicBezTo>
                    <a:pt x="120318" y="167618"/>
                    <a:pt x="119062" y="169292"/>
                    <a:pt x="119062" y="171152"/>
                  </a:cubicBezTo>
                  <a:cubicBezTo>
                    <a:pt x="119062" y="173013"/>
                    <a:pt x="120318" y="174687"/>
                    <a:pt x="122132" y="175199"/>
                  </a:cubicBezTo>
                  <a:lnTo>
                    <a:pt x="133945" y="178594"/>
                  </a:lnTo>
                  <a:lnTo>
                    <a:pt x="137340" y="190407"/>
                  </a:lnTo>
                  <a:cubicBezTo>
                    <a:pt x="137852" y="192221"/>
                    <a:pt x="139526" y="193477"/>
                    <a:pt x="141387" y="193477"/>
                  </a:cubicBezTo>
                  <a:cubicBezTo>
                    <a:pt x="143247" y="193477"/>
                    <a:pt x="144921" y="192221"/>
                    <a:pt x="145433" y="190407"/>
                  </a:cubicBezTo>
                  <a:lnTo>
                    <a:pt x="148828" y="178594"/>
                  </a:lnTo>
                  <a:lnTo>
                    <a:pt x="160641" y="175199"/>
                  </a:lnTo>
                  <a:cubicBezTo>
                    <a:pt x="162455" y="174687"/>
                    <a:pt x="163711" y="173013"/>
                    <a:pt x="163711" y="171152"/>
                  </a:cubicBezTo>
                  <a:cubicBezTo>
                    <a:pt x="163711" y="169292"/>
                    <a:pt x="162455" y="167618"/>
                    <a:pt x="160641" y="167106"/>
                  </a:cubicBezTo>
                  <a:lnTo>
                    <a:pt x="148828" y="163711"/>
                  </a:lnTo>
                  <a:lnTo>
                    <a:pt x="145433" y="151898"/>
                  </a:lnTo>
                  <a:close/>
                  <a:moveTo>
                    <a:pt x="48369" y="55811"/>
                  </a:moveTo>
                  <a:lnTo>
                    <a:pt x="70833" y="62229"/>
                  </a:lnTo>
                  <a:cubicBezTo>
                    <a:pt x="72972" y="62833"/>
                    <a:pt x="74414" y="64787"/>
                    <a:pt x="74414" y="66973"/>
                  </a:cubicBezTo>
                  <a:cubicBezTo>
                    <a:pt x="74414" y="69159"/>
                    <a:pt x="72972" y="71112"/>
                    <a:pt x="70833" y="71717"/>
                  </a:cubicBezTo>
                  <a:lnTo>
                    <a:pt x="48369" y="78135"/>
                  </a:lnTo>
                  <a:lnTo>
                    <a:pt x="41951" y="100599"/>
                  </a:lnTo>
                  <a:cubicBezTo>
                    <a:pt x="41346" y="102738"/>
                    <a:pt x="39393" y="104180"/>
                    <a:pt x="37207" y="104180"/>
                  </a:cubicBezTo>
                  <a:cubicBezTo>
                    <a:pt x="35021" y="104180"/>
                    <a:pt x="33068" y="102738"/>
                    <a:pt x="32463" y="100599"/>
                  </a:cubicBezTo>
                  <a:lnTo>
                    <a:pt x="26045" y="78135"/>
                  </a:lnTo>
                  <a:lnTo>
                    <a:pt x="3581" y="71717"/>
                  </a:lnTo>
                  <a:cubicBezTo>
                    <a:pt x="1442" y="71112"/>
                    <a:pt x="0" y="69159"/>
                    <a:pt x="0" y="66973"/>
                  </a:cubicBezTo>
                  <a:cubicBezTo>
                    <a:pt x="0" y="64787"/>
                    <a:pt x="1442" y="62833"/>
                    <a:pt x="3581" y="62229"/>
                  </a:cubicBezTo>
                  <a:lnTo>
                    <a:pt x="26045" y="55811"/>
                  </a:lnTo>
                  <a:lnTo>
                    <a:pt x="32463" y="33347"/>
                  </a:lnTo>
                  <a:cubicBezTo>
                    <a:pt x="33068" y="31207"/>
                    <a:pt x="35021" y="29766"/>
                    <a:pt x="37207" y="29766"/>
                  </a:cubicBezTo>
                  <a:cubicBezTo>
                    <a:pt x="39393" y="29766"/>
                    <a:pt x="41346" y="31207"/>
                    <a:pt x="41951" y="33347"/>
                  </a:cubicBezTo>
                  <a:lnTo>
                    <a:pt x="48369" y="55811"/>
                  </a:lnTo>
                  <a:close/>
                  <a:moveTo>
                    <a:pt x="271611" y="189756"/>
                  </a:moveTo>
                  <a:lnTo>
                    <a:pt x="294075" y="196174"/>
                  </a:lnTo>
                  <a:cubicBezTo>
                    <a:pt x="296214" y="196779"/>
                    <a:pt x="297656" y="198732"/>
                    <a:pt x="297656" y="200918"/>
                  </a:cubicBezTo>
                  <a:cubicBezTo>
                    <a:pt x="297656" y="203104"/>
                    <a:pt x="296214" y="205057"/>
                    <a:pt x="294075" y="205662"/>
                  </a:cubicBezTo>
                  <a:lnTo>
                    <a:pt x="271611" y="212080"/>
                  </a:lnTo>
                  <a:lnTo>
                    <a:pt x="265193" y="234544"/>
                  </a:lnTo>
                  <a:cubicBezTo>
                    <a:pt x="264589" y="236683"/>
                    <a:pt x="262635" y="238125"/>
                    <a:pt x="260449" y="238125"/>
                  </a:cubicBezTo>
                  <a:cubicBezTo>
                    <a:pt x="258263" y="238125"/>
                    <a:pt x="256310" y="236683"/>
                    <a:pt x="255705" y="234544"/>
                  </a:cubicBezTo>
                  <a:lnTo>
                    <a:pt x="249287" y="212080"/>
                  </a:lnTo>
                  <a:lnTo>
                    <a:pt x="226823" y="205662"/>
                  </a:lnTo>
                  <a:cubicBezTo>
                    <a:pt x="224684" y="205057"/>
                    <a:pt x="223242" y="203104"/>
                    <a:pt x="223242" y="200918"/>
                  </a:cubicBezTo>
                  <a:cubicBezTo>
                    <a:pt x="223242" y="198732"/>
                    <a:pt x="224684" y="196779"/>
                    <a:pt x="226823" y="196174"/>
                  </a:cubicBezTo>
                  <a:lnTo>
                    <a:pt x="249287" y="189756"/>
                  </a:lnTo>
                  <a:lnTo>
                    <a:pt x="255705" y="167292"/>
                  </a:lnTo>
                  <a:cubicBezTo>
                    <a:pt x="256310" y="165153"/>
                    <a:pt x="258263" y="163711"/>
                    <a:pt x="260449" y="163711"/>
                  </a:cubicBezTo>
                  <a:cubicBezTo>
                    <a:pt x="262635" y="163711"/>
                    <a:pt x="264589" y="165153"/>
                    <a:pt x="265193" y="167292"/>
                  </a:cubicBezTo>
                  <a:lnTo>
                    <a:pt x="271611" y="189756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8826500" y="1000649"/>
              <a:ext cx="841375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Nail Model</a:t>
              </a:r>
              <a:endParaRPr lang="en-US" sz="12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8826500" y="1222899"/>
              <a:ext cx="825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MobileNetV2</a:t>
              </a:r>
              <a:endParaRPr lang="en-US" sz="12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8286750" y="1556274"/>
              <a:ext cx="3429000" cy="857250"/>
            </a:xfrm>
            <a:custGeom>
              <a:avLst/>
              <a:gdLst/>
              <a:ahLst/>
              <a:cxnLst/>
              <a:rect l="l" t="t" r="r" b="b"/>
              <a:pathLst>
                <a:path w="3429000" h="857250">
                  <a:moveTo>
                    <a:pt x="95249" y="0"/>
                  </a:moveTo>
                  <a:lnTo>
                    <a:pt x="3333751" y="0"/>
                  </a:lnTo>
                  <a:cubicBezTo>
                    <a:pt x="3386356" y="0"/>
                    <a:pt x="3429000" y="42644"/>
                    <a:pt x="3429000" y="95249"/>
                  </a:cubicBezTo>
                  <a:lnTo>
                    <a:pt x="3429000" y="762001"/>
                  </a:lnTo>
                  <a:cubicBezTo>
                    <a:pt x="3429000" y="814606"/>
                    <a:pt x="3386356" y="857250"/>
                    <a:pt x="3333751" y="857250"/>
                  </a:cubicBezTo>
                  <a:lnTo>
                    <a:pt x="95249" y="857250"/>
                  </a:lnTo>
                  <a:cubicBezTo>
                    <a:pt x="42644" y="857250"/>
                    <a:pt x="0" y="814606"/>
                    <a:pt x="0" y="762001"/>
                  </a:cubicBezTo>
                  <a:lnTo>
                    <a:pt x="0" y="95249"/>
                  </a:lnTo>
                  <a:cubicBezTo>
                    <a:pt x="0" y="42680"/>
                    <a:pt x="42680" y="0"/>
                    <a:pt x="9524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8382000" y="1683274"/>
              <a:ext cx="3238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Validation Accuracy</a:t>
              </a:r>
              <a:endParaRPr lang="en-US" sz="1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8318500" y="1905524"/>
              <a:ext cx="33655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2400" b="1" dirty="0">
                  <a:solidFill>
                    <a:srgbClr val="00D4A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85.71%</a:t>
              </a:r>
              <a:endParaRPr lang="en-US" sz="12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8286750" y="2508774"/>
              <a:ext cx="3429000" cy="603250"/>
            </a:xfrm>
            <a:custGeom>
              <a:avLst/>
              <a:gdLst/>
              <a:ahLst/>
              <a:cxnLst/>
              <a:rect l="l" t="t" r="r" b="b"/>
              <a:pathLst>
                <a:path w="3429000" h="603250">
                  <a:moveTo>
                    <a:pt x="95247" y="0"/>
                  </a:moveTo>
                  <a:lnTo>
                    <a:pt x="3333753" y="0"/>
                  </a:lnTo>
                  <a:cubicBezTo>
                    <a:pt x="3386356" y="0"/>
                    <a:pt x="3429000" y="42644"/>
                    <a:pt x="3429000" y="95247"/>
                  </a:cubicBezTo>
                  <a:lnTo>
                    <a:pt x="3429000" y="508003"/>
                  </a:lnTo>
                  <a:cubicBezTo>
                    <a:pt x="3429000" y="560606"/>
                    <a:pt x="3386356" y="603250"/>
                    <a:pt x="3333753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8397875" y="263577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6346" y="56679"/>
                  </a:moveTo>
                  <a:cubicBezTo>
                    <a:pt x="19645" y="33610"/>
                    <a:pt x="39514" y="15875"/>
                    <a:pt x="63500" y="15875"/>
                  </a:cubicBezTo>
                  <a:cubicBezTo>
                    <a:pt x="76646" y="15875"/>
                    <a:pt x="88553" y="21208"/>
                    <a:pt x="97185" y="29815"/>
                  </a:cubicBezTo>
                  <a:cubicBezTo>
                    <a:pt x="97234" y="29865"/>
                    <a:pt x="97284" y="29914"/>
                    <a:pt x="97334" y="29964"/>
                  </a:cubicBezTo>
                  <a:lnTo>
                    <a:pt x="99219" y="31750"/>
                  </a:lnTo>
                  <a:lnTo>
                    <a:pt x="87337" y="31750"/>
                  </a:lnTo>
                  <a:cubicBezTo>
                    <a:pt x="82947" y="31750"/>
                    <a:pt x="79400" y="35297"/>
                    <a:pt x="79400" y="39688"/>
                  </a:cubicBezTo>
                  <a:cubicBezTo>
                    <a:pt x="79400" y="44078"/>
                    <a:pt x="82947" y="47625"/>
                    <a:pt x="87337" y="47625"/>
                  </a:cubicBezTo>
                  <a:lnTo>
                    <a:pt x="119087" y="47625"/>
                  </a:lnTo>
                  <a:cubicBezTo>
                    <a:pt x="123478" y="47625"/>
                    <a:pt x="127025" y="44078"/>
                    <a:pt x="127025" y="39688"/>
                  </a:cubicBezTo>
                  <a:lnTo>
                    <a:pt x="127025" y="7938"/>
                  </a:lnTo>
                  <a:cubicBezTo>
                    <a:pt x="127025" y="3547"/>
                    <a:pt x="123478" y="0"/>
                    <a:pt x="119087" y="0"/>
                  </a:cubicBezTo>
                  <a:cubicBezTo>
                    <a:pt x="114697" y="0"/>
                    <a:pt x="111150" y="3547"/>
                    <a:pt x="111150" y="7938"/>
                  </a:cubicBezTo>
                  <a:lnTo>
                    <a:pt x="111150" y="21183"/>
                  </a:lnTo>
                  <a:lnTo>
                    <a:pt x="108347" y="18529"/>
                  </a:lnTo>
                  <a:cubicBezTo>
                    <a:pt x="96862" y="7094"/>
                    <a:pt x="80987" y="0"/>
                    <a:pt x="63500" y="0"/>
                  </a:cubicBezTo>
                  <a:cubicBezTo>
                    <a:pt x="31502" y="0"/>
                    <a:pt x="5035" y="23664"/>
                    <a:pt x="645" y="54446"/>
                  </a:cubicBezTo>
                  <a:cubicBezTo>
                    <a:pt x="25" y="58787"/>
                    <a:pt x="3026" y="62805"/>
                    <a:pt x="7367" y="63426"/>
                  </a:cubicBezTo>
                  <a:cubicBezTo>
                    <a:pt x="11708" y="64046"/>
                    <a:pt x="15726" y="61020"/>
                    <a:pt x="16346" y="56704"/>
                  </a:cubicBezTo>
                  <a:close/>
                  <a:moveTo>
                    <a:pt x="126355" y="72554"/>
                  </a:moveTo>
                  <a:cubicBezTo>
                    <a:pt x="126975" y="68213"/>
                    <a:pt x="123949" y="64195"/>
                    <a:pt x="119633" y="63574"/>
                  </a:cubicBezTo>
                  <a:cubicBezTo>
                    <a:pt x="115317" y="62954"/>
                    <a:pt x="111274" y="65980"/>
                    <a:pt x="110654" y="70296"/>
                  </a:cubicBezTo>
                  <a:cubicBezTo>
                    <a:pt x="107355" y="93365"/>
                    <a:pt x="87486" y="111100"/>
                    <a:pt x="63500" y="111100"/>
                  </a:cubicBezTo>
                  <a:cubicBezTo>
                    <a:pt x="50354" y="111100"/>
                    <a:pt x="38447" y="105767"/>
                    <a:pt x="29815" y="97160"/>
                  </a:cubicBezTo>
                  <a:cubicBezTo>
                    <a:pt x="29766" y="97110"/>
                    <a:pt x="29716" y="97061"/>
                    <a:pt x="29666" y="97011"/>
                  </a:cubicBezTo>
                  <a:lnTo>
                    <a:pt x="27781" y="95225"/>
                  </a:lnTo>
                  <a:lnTo>
                    <a:pt x="39663" y="95225"/>
                  </a:lnTo>
                  <a:cubicBezTo>
                    <a:pt x="44053" y="95225"/>
                    <a:pt x="47600" y="91678"/>
                    <a:pt x="47600" y="87288"/>
                  </a:cubicBezTo>
                  <a:cubicBezTo>
                    <a:pt x="47600" y="82897"/>
                    <a:pt x="44053" y="79350"/>
                    <a:pt x="39663" y="79350"/>
                  </a:cubicBezTo>
                  <a:lnTo>
                    <a:pt x="7938" y="79375"/>
                  </a:lnTo>
                  <a:cubicBezTo>
                    <a:pt x="5829" y="79375"/>
                    <a:pt x="3795" y="80218"/>
                    <a:pt x="2307" y="81731"/>
                  </a:cubicBezTo>
                  <a:cubicBezTo>
                    <a:pt x="819" y="83245"/>
                    <a:pt x="-25" y="85254"/>
                    <a:pt x="0" y="87387"/>
                  </a:cubicBezTo>
                  <a:lnTo>
                    <a:pt x="248" y="118889"/>
                  </a:lnTo>
                  <a:cubicBezTo>
                    <a:pt x="273" y="123279"/>
                    <a:pt x="3870" y="126802"/>
                    <a:pt x="8260" y="126752"/>
                  </a:cubicBezTo>
                  <a:cubicBezTo>
                    <a:pt x="12650" y="126702"/>
                    <a:pt x="16173" y="123130"/>
                    <a:pt x="16123" y="118740"/>
                  </a:cubicBezTo>
                  <a:lnTo>
                    <a:pt x="16024" y="105966"/>
                  </a:lnTo>
                  <a:lnTo>
                    <a:pt x="18678" y="108471"/>
                  </a:lnTo>
                  <a:cubicBezTo>
                    <a:pt x="30163" y="119906"/>
                    <a:pt x="46013" y="127000"/>
                    <a:pt x="63500" y="127000"/>
                  </a:cubicBezTo>
                  <a:cubicBezTo>
                    <a:pt x="95498" y="127000"/>
                    <a:pt x="121965" y="103336"/>
                    <a:pt x="126355" y="72554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8580438" y="2604024"/>
              <a:ext cx="310356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Loss Function</a:t>
              </a:r>
              <a:endParaRPr lang="en-US" sz="12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8382000" y="2826274"/>
              <a:ext cx="3302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Categorical Cross-Entropy</a:t>
              </a:r>
              <a:endParaRPr lang="en-US" sz="12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286750" y="3207274"/>
              <a:ext cx="1666875" cy="603250"/>
            </a:xfrm>
            <a:custGeom>
              <a:avLst/>
              <a:gdLst/>
              <a:ahLst/>
              <a:cxnLst/>
              <a:rect l="l" t="t" r="r" b="b"/>
              <a:pathLst>
                <a:path w="1666875" h="603250">
                  <a:moveTo>
                    <a:pt x="95247" y="0"/>
                  </a:moveTo>
                  <a:lnTo>
                    <a:pt x="1571628" y="0"/>
                  </a:lnTo>
                  <a:cubicBezTo>
                    <a:pt x="1624231" y="0"/>
                    <a:pt x="1666875" y="42644"/>
                    <a:pt x="1666875" y="95247"/>
                  </a:cubicBezTo>
                  <a:lnTo>
                    <a:pt x="1666875" y="508003"/>
                  </a:lnTo>
                  <a:cubicBezTo>
                    <a:pt x="1666875" y="560606"/>
                    <a:pt x="1624231" y="603250"/>
                    <a:pt x="1571628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8350250" y="3302524"/>
              <a:ext cx="1539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Train</a:t>
              </a:r>
              <a:endParaRPr lang="en-US" sz="12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8342313" y="3493024"/>
              <a:ext cx="1555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933</a:t>
              </a:r>
              <a:endParaRPr lang="en-US" sz="12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0048875" y="3207274"/>
              <a:ext cx="1666875" cy="603250"/>
            </a:xfrm>
            <a:custGeom>
              <a:avLst/>
              <a:gdLst/>
              <a:ahLst/>
              <a:cxnLst/>
              <a:rect l="l" t="t" r="r" b="b"/>
              <a:pathLst>
                <a:path w="1666875" h="603250">
                  <a:moveTo>
                    <a:pt x="95247" y="0"/>
                  </a:moveTo>
                  <a:lnTo>
                    <a:pt x="1571628" y="0"/>
                  </a:lnTo>
                  <a:cubicBezTo>
                    <a:pt x="1624231" y="0"/>
                    <a:pt x="1666875" y="42644"/>
                    <a:pt x="1666875" y="95247"/>
                  </a:cubicBezTo>
                  <a:lnTo>
                    <a:pt x="1666875" y="508003"/>
                  </a:lnTo>
                  <a:cubicBezTo>
                    <a:pt x="1666875" y="560606"/>
                    <a:pt x="1624231" y="603250"/>
                    <a:pt x="1571628" y="603250"/>
                  </a:cubicBezTo>
                  <a:lnTo>
                    <a:pt x="95247" y="603250"/>
                  </a:lnTo>
                  <a:cubicBezTo>
                    <a:pt x="42644" y="603250"/>
                    <a:pt x="0" y="560606"/>
                    <a:pt x="0" y="508003"/>
                  </a:cubicBezTo>
                  <a:lnTo>
                    <a:pt x="0" y="95247"/>
                  </a:lnTo>
                  <a:cubicBezTo>
                    <a:pt x="0" y="42644"/>
                    <a:pt x="42644" y="0"/>
                    <a:pt x="95247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10112375" y="3302524"/>
              <a:ext cx="1539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</a:t>
              </a:r>
              <a:endParaRPr lang="en-US" sz="12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10104438" y="3493024"/>
              <a:ext cx="1555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231</a:t>
              </a:r>
              <a:endParaRPr lang="en-US" sz="12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325438" y="4112602"/>
              <a:ext cx="5516562" cy="2665704"/>
            </a:xfrm>
            <a:custGeom>
              <a:avLst/>
              <a:gdLst/>
              <a:ahLst/>
              <a:cxnLst/>
              <a:rect l="l" t="t" r="r" b="b"/>
              <a:pathLst>
                <a:path w="5683250" h="2746375">
                  <a:moveTo>
                    <a:pt x="126992" y="0"/>
                  </a:moveTo>
                  <a:lnTo>
                    <a:pt x="5556258" y="0"/>
                  </a:lnTo>
                  <a:cubicBezTo>
                    <a:pt x="5626394" y="0"/>
                    <a:pt x="5683250" y="56856"/>
                    <a:pt x="5683250" y="126992"/>
                  </a:cubicBezTo>
                  <a:lnTo>
                    <a:pt x="5683250" y="2619383"/>
                  </a:lnTo>
                  <a:cubicBezTo>
                    <a:pt x="5683250" y="2689519"/>
                    <a:pt x="5626394" y="2746375"/>
                    <a:pt x="5556258" y="2746375"/>
                  </a:cubicBezTo>
                  <a:lnTo>
                    <a:pt x="126992" y="2746375"/>
                  </a:lnTo>
                  <a:cubicBezTo>
                    <a:pt x="56856" y="2746375"/>
                    <a:pt x="0" y="2689519"/>
                    <a:pt x="0" y="2619383"/>
                  </a:cubicBezTo>
                  <a:lnTo>
                    <a:pt x="0" y="126992"/>
                  </a:lnTo>
                  <a:cubicBezTo>
                    <a:pt x="0" y="56903"/>
                    <a:pt x="56903" y="0"/>
                    <a:pt x="1269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>
                    <a:alpha val="10000"/>
                  </a:srgbClr>
                </a:gs>
                <a:gs pos="100000">
                  <a:srgbClr val="14B8A6">
                    <a:alpha val="10000"/>
                  </a:srgbClr>
                </a:gs>
              </a:gsLst>
              <a:lin ang="2700000" scaled="1"/>
            </a:gradFill>
            <a:ln w="25400">
              <a:solidFill>
                <a:srgbClr val="00D4AA">
                  <a:alpha val="30196"/>
                </a:srgbClr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492125" y="42708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95250" y="0"/>
                  </a:moveTo>
                  <a:lnTo>
                    <a:pt x="285750" y="0"/>
                  </a:lnTo>
                  <a:cubicBezTo>
                    <a:pt x="338320" y="0"/>
                    <a:pt x="381000" y="42680"/>
                    <a:pt x="381000" y="95250"/>
                  </a:cubicBezTo>
                  <a:lnTo>
                    <a:pt x="381000" y="285750"/>
                  </a:lnTo>
                  <a:cubicBezTo>
                    <a:pt x="381000" y="338320"/>
                    <a:pt x="338320" y="381000"/>
                    <a:pt x="285750" y="381000"/>
                  </a:cubicBezTo>
                  <a:lnTo>
                    <a:pt x="95250" y="381000"/>
                  </a:lnTo>
                  <a:cubicBezTo>
                    <a:pt x="42680" y="381000"/>
                    <a:pt x="0" y="338320"/>
                    <a:pt x="0" y="285750"/>
                  </a:cubicBezTo>
                  <a:lnTo>
                    <a:pt x="0" y="95250"/>
                  </a:lnTo>
                  <a:cubicBezTo>
                    <a:pt x="0" y="42680"/>
                    <a:pt x="42680" y="0"/>
                    <a:pt x="95250" y="0"/>
                  </a:cubicBez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87375" y="436614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86506" y="1935"/>
                  </a:moveTo>
                  <a:cubicBezTo>
                    <a:pt x="92050" y="-633"/>
                    <a:pt x="98450" y="-633"/>
                    <a:pt x="103994" y="1935"/>
                  </a:cubicBezTo>
                  <a:lnTo>
                    <a:pt x="185328" y="39514"/>
                  </a:lnTo>
                  <a:cubicBezTo>
                    <a:pt x="188491" y="40965"/>
                    <a:pt x="190500" y="44128"/>
                    <a:pt x="190500" y="47625"/>
                  </a:cubicBezTo>
                  <a:cubicBezTo>
                    <a:pt x="190500" y="51122"/>
                    <a:pt x="188491" y="54285"/>
                    <a:pt x="185328" y="55736"/>
                  </a:cubicBezTo>
                  <a:lnTo>
                    <a:pt x="103994" y="93315"/>
                  </a:lnTo>
                  <a:cubicBezTo>
                    <a:pt x="98450" y="95883"/>
                    <a:pt x="92050" y="95883"/>
                    <a:pt x="86506" y="93315"/>
                  </a:cubicBezTo>
                  <a:lnTo>
                    <a:pt x="5172" y="55736"/>
                  </a:lnTo>
                  <a:cubicBezTo>
                    <a:pt x="2009" y="54248"/>
                    <a:pt x="0" y="51085"/>
                    <a:pt x="0" y="47625"/>
                  </a:cubicBezTo>
                  <a:cubicBezTo>
                    <a:pt x="0" y="44165"/>
                    <a:pt x="2009" y="40965"/>
                    <a:pt x="5172" y="39514"/>
                  </a:cubicBezTo>
                  <a:lnTo>
                    <a:pt x="86506" y="1935"/>
                  </a:lnTo>
                  <a:close/>
                  <a:moveTo>
                    <a:pt x="17897" y="81260"/>
                  </a:moveTo>
                  <a:lnTo>
                    <a:pt x="79028" y="109500"/>
                  </a:lnTo>
                  <a:cubicBezTo>
                    <a:pt x="89334" y="114263"/>
                    <a:pt x="101203" y="114263"/>
                    <a:pt x="111509" y="109500"/>
                  </a:cubicBezTo>
                  <a:lnTo>
                    <a:pt x="172641" y="81260"/>
                  </a:lnTo>
                  <a:lnTo>
                    <a:pt x="185328" y="87139"/>
                  </a:lnTo>
                  <a:cubicBezTo>
                    <a:pt x="188491" y="88590"/>
                    <a:pt x="190500" y="91753"/>
                    <a:pt x="190500" y="95250"/>
                  </a:cubicBezTo>
                  <a:cubicBezTo>
                    <a:pt x="190500" y="98747"/>
                    <a:pt x="188491" y="101910"/>
                    <a:pt x="185328" y="103361"/>
                  </a:cubicBezTo>
                  <a:lnTo>
                    <a:pt x="103994" y="140940"/>
                  </a:lnTo>
                  <a:cubicBezTo>
                    <a:pt x="98450" y="143508"/>
                    <a:pt x="92050" y="143508"/>
                    <a:pt x="86506" y="140940"/>
                  </a:cubicBezTo>
                  <a:lnTo>
                    <a:pt x="5172" y="103361"/>
                  </a:lnTo>
                  <a:cubicBezTo>
                    <a:pt x="2009" y="101873"/>
                    <a:pt x="0" y="98710"/>
                    <a:pt x="0" y="95250"/>
                  </a:cubicBezTo>
                  <a:cubicBezTo>
                    <a:pt x="0" y="91790"/>
                    <a:pt x="2009" y="88590"/>
                    <a:pt x="5172" y="87139"/>
                  </a:cubicBezTo>
                  <a:lnTo>
                    <a:pt x="17859" y="81260"/>
                  </a:lnTo>
                  <a:close/>
                  <a:moveTo>
                    <a:pt x="5172" y="134764"/>
                  </a:moveTo>
                  <a:lnTo>
                    <a:pt x="17859" y="128885"/>
                  </a:lnTo>
                  <a:lnTo>
                    <a:pt x="78991" y="157125"/>
                  </a:lnTo>
                  <a:cubicBezTo>
                    <a:pt x="89297" y="161888"/>
                    <a:pt x="101166" y="161888"/>
                    <a:pt x="111472" y="157125"/>
                  </a:cubicBezTo>
                  <a:lnTo>
                    <a:pt x="172603" y="128885"/>
                  </a:lnTo>
                  <a:lnTo>
                    <a:pt x="185291" y="134764"/>
                  </a:lnTo>
                  <a:cubicBezTo>
                    <a:pt x="188454" y="136215"/>
                    <a:pt x="190463" y="139378"/>
                    <a:pt x="190463" y="142875"/>
                  </a:cubicBezTo>
                  <a:cubicBezTo>
                    <a:pt x="190463" y="146372"/>
                    <a:pt x="188454" y="149535"/>
                    <a:pt x="185291" y="150986"/>
                  </a:cubicBezTo>
                  <a:lnTo>
                    <a:pt x="103956" y="188565"/>
                  </a:lnTo>
                  <a:cubicBezTo>
                    <a:pt x="98413" y="191133"/>
                    <a:pt x="92013" y="191133"/>
                    <a:pt x="86469" y="188565"/>
                  </a:cubicBezTo>
                  <a:lnTo>
                    <a:pt x="5172" y="150986"/>
                  </a:lnTo>
                  <a:cubicBezTo>
                    <a:pt x="2009" y="149498"/>
                    <a:pt x="0" y="146335"/>
                    <a:pt x="0" y="142875"/>
                  </a:cubicBezTo>
                  <a:cubicBezTo>
                    <a:pt x="0" y="139415"/>
                    <a:pt x="2009" y="136215"/>
                    <a:pt x="5172" y="134764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62" name="Text 60"/>
            <p:cNvSpPr/>
            <p:nvPr/>
          </p:nvSpPr>
          <p:spPr>
            <a:xfrm>
              <a:off x="968375" y="4350274"/>
              <a:ext cx="2103438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rgbClr val="0D4F4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Two-Stage Training Strategy</a:t>
              </a:r>
              <a:endParaRPr lang="en-US" sz="12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92125" y="4778899"/>
              <a:ext cx="5349875" cy="571500"/>
            </a:xfrm>
            <a:custGeom>
              <a:avLst/>
              <a:gdLst/>
              <a:ahLst/>
              <a:cxnLst/>
              <a:rect l="l" t="t" r="r" b="b"/>
              <a:pathLst>
                <a:path w="5349875" h="571500">
                  <a:moveTo>
                    <a:pt x="95252" y="0"/>
                  </a:moveTo>
                  <a:lnTo>
                    <a:pt x="5254623" y="0"/>
                  </a:lnTo>
                  <a:cubicBezTo>
                    <a:pt x="5307229" y="0"/>
                    <a:pt x="5349875" y="42646"/>
                    <a:pt x="5349875" y="95252"/>
                  </a:cubicBezTo>
                  <a:lnTo>
                    <a:pt x="5349875" y="476248"/>
                  </a:lnTo>
                  <a:cubicBezTo>
                    <a:pt x="5349875" y="528854"/>
                    <a:pt x="5307229" y="571500"/>
                    <a:pt x="5254623" y="571500"/>
                  </a:cubicBezTo>
                  <a:lnTo>
                    <a:pt x="95252" y="571500"/>
                  </a:lnTo>
                  <a:cubicBezTo>
                    <a:pt x="42681" y="571500"/>
                    <a:pt x="0" y="528819"/>
                    <a:pt x="0" y="476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13" dist="793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4" name="Shape 62"/>
            <p:cNvSpPr/>
            <p:nvPr/>
          </p:nvSpPr>
          <p:spPr>
            <a:xfrm>
              <a:off x="587375" y="4874149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750" y="0"/>
                  </a:moveTo>
                  <a:lnTo>
                    <a:pt x="158750" y="0"/>
                  </a:lnTo>
                  <a:cubicBezTo>
                    <a:pt x="246367" y="0"/>
                    <a:pt x="317500" y="71133"/>
                    <a:pt x="317500" y="158750"/>
                  </a:cubicBezTo>
                  <a:lnTo>
                    <a:pt x="317500" y="158750"/>
                  </a:lnTo>
                  <a:cubicBezTo>
                    <a:pt x="317500" y="246367"/>
                    <a:pt x="246367" y="317500"/>
                    <a:pt x="158750" y="317500"/>
                  </a:cubicBezTo>
                  <a:lnTo>
                    <a:pt x="158750" y="317500"/>
                  </a:lnTo>
                  <a:cubicBezTo>
                    <a:pt x="71133" y="317500"/>
                    <a:pt x="0" y="246367"/>
                    <a:pt x="0" y="158750"/>
                  </a:cubicBezTo>
                  <a:lnTo>
                    <a:pt x="0" y="158750"/>
                  </a:lnTo>
                  <a:cubicBezTo>
                    <a:pt x="0" y="71133"/>
                    <a:pt x="71133" y="0"/>
                    <a:pt x="158750" y="0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65" name="Text 63"/>
            <p:cNvSpPr/>
            <p:nvPr/>
          </p:nvSpPr>
          <p:spPr>
            <a:xfrm>
              <a:off x="726281" y="4937649"/>
              <a:ext cx="1031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1000125" y="4874149"/>
              <a:ext cx="1809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Stage 1: Feature Extraction</a:t>
              </a:r>
              <a:endParaRPr lang="en-US" sz="12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1000125" y="5064649"/>
              <a:ext cx="1809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Base frozen, LR: 1e-3, 15 epochs</a:t>
              </a:r>
              <a:endParaRPr lang="en-US" sz="12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492125" y="5445649"/>
              <a:ext cx="5349875" cy="571500"/>
            </a:xfrm>
            <a:custGeom>
              <a:avLst/>
              <a:gdLst/>
              <a:ahLst/>
              <a:cxnLst/>
              <a:rect l="l" t="t" r="r" b="b"/>
              <a:pathLst>
                <a:path w="5349875" h="571500">
                  <a:moveTo>
                    <a:pt x="95252" y="0"/>
                  </a:moveTo>
                  <a:lnTo>
                    <a:pt x="5254623" y="0"/>
                  </a:lnTo>
                  <a:cubicBezTo>
                    <a:pt x="5307229" y="0"/>
                    <a:pt x="5349875" y="42646"/>
                    <a:pt x="5349875" y="95252"/>
                  </a:cubicBezTo>
                  <a:lnTo>
                    <a:pt x="5349875" y="476248"/>
                  </a:lnTo>
                  <a:cubicBezTo>
                    <a:pt x="5349875" y="528854"/>
                    <a:pt x="5307229" y="571500"/>
                    <a:pt x="5254623" y="571500"/>
                  </a:cubicBezTo>
                  <a:lnTo>
                    <a:pt x="95252" y="571500"/>
                  </a:lnTo>
                  <a:cubicBezTo>
                    <a:pt x="42681" y="571500"/>
                    <a:pt x="0" y="528819"/>
                    <a:pt x="0" y="476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13" dist="793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9" name="Shape 67"/>
            <p:cNvSpPr/>
            <p:nvPr/>
          </p:nvSpPr>
          <p:spPr>
            <a:xfrm>
              <a:off x="587375" y="5540899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750" y="0"/>
                  </a:moveTo>
                  <a:lnTo>
                    <a:pt x="158750" y="0"/>
                  </a:lnTo>
                  <a:cubicBezTo>
                    <a:pt x="246367" y="0"/>
                    <a:pt x="317500" y="71133"/>
                    <a:pt x="317500" y="158750"/>
                  </a:cubicBezTo>
                  <a:lnTo>
                    <a:pt x="317500" y="158750"/>
                  </a:lnTo>
                  <a:cubicBezTo>
                    <a:pt x="317500" y="246367"/>
                    <a:pt x="246367" y="317500"/>
                    <a:pt x="158750" y="317500"/>
                  </a:cubicBezTo>
                  <a:lnTo>
                    <a:pt x="158750" y="317500"/>
                  </a:lnTo>
                  <a:cubicBezTo>
                    <a:pt x="71133" y="317500"/>
                    <a:pt x="0" y="246367"/>
                    <a:pt x="0" y="158750"/>
                  </a:cubicBezTo>
                  <a:lnTo>
                    <a:pt x="0" y="158750"/>
                  </a:lnTo>
                  <a:cubicBezTo>
                    <a:pt x="0" y="71133"/>
                    <a:pt x="71133" y="0"/>
                    <a:pt x="158750" y="0"/>
                  </a:cubicBezTo>
                  <a:close/>
                </a:path>
              </a:pathLst>
            </a:custGeom>
            <a:solidFill>
              <a:srgbClr val="14B8A6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714375" y="5604399"/>
              <a:ext cx="12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1000125" y="5540899"/>
              <a:ext cx="22939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Stage 2: Fine-Tuning</a:t>
              </a:r>
              <a:endParaRPr lang="en-US" sz="12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1000125" y="5731399"/>
              <a:ext cx="22939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Top layers unfrozen, LR: 1e-5, 25 epochs</a:t>
              </a:r>
              <a:endParaRPr lang="en-US" sz="12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6183313" y="4120991"/>
              <a:ext cx="5683249" cy="2665704"/>
            </a:xfrm>
            <a:custGeom>
              <a:avLst/>
              <a:gdLst/>
              <a:ahLst/>
              <a:cxnLst/>
              <a:rect l="l" t="t" r="r" b="b"/>
              <a:pathLst>
                <a:path w="5683250" h="2746375">
                  <a:moveTo>
                    <a:pt x="126992" y="0"/>
                  </a:moveTo>
                  <a:lnTo>
                    <a:pt x="5556258" y="0"/>
                  </a:lnTo>
                  <a:cubicBezTo>
                    <a:pt x="5626394" y="0"/>
                    <a:pt x="5683250" y="56856"/>
                    <a:pt x="5683250" y="126992"/>
                  </a:cubicBezTo>
                  <a:lnTo>
                    <a:pt x="5683250" y="2619383"/>
                  </a:lnTo>
                  <a:cubicBezTo>
                    <a:pt x="5683250" y="2689519"/>
                    <a:pt x="5626394" y="2746375"/>
                    <a:pt x="5556258" y="2746375"/>
                  </a:cubicBezTo>
                  <a:lnTo>
                    <a:pt x="126992" y="2746375"/>
                  </a:lnTo>
                  <a:cubicBezTo>
                    <a:pt x="56856" y="2746375"/>
                    <a:pt x="0" y="2689519"/>
                    <a:pt x="0" y="2619383"/>
                  </a:cubicBezTo>
                  <a:lnTo>
                    <a:pt x="0" y="126992"/>
                  </a:lnTo>
                  <a:cubicBezTo>
                    <a:pt x="0" y="56903"/>
                    <a:pt x="56903" y="0"/>
                    <a:pt x="1269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>
                    <a:alpha val="10000"/>
                  </a:srgbClr>
                </a:gs>
                <a:gs pos="100000">
                  <a:srgbClr val="0D4F4F">
                    <a:alpha val="5000"/>
                  </a:srgbClr>
                </a:gs>
              </a:gsLst>
              <a:lin ang="2700000" scaled="1"/>
            </a:gradFill>
            <a:ln w="25400">
              <a:solidFill>
                <a:srgbClr val="0D4F4F">
                  <a:alpha val="30196"/>
                </a:srgbClr>
              </a:solidFill>
              <a:prstDash val="solid"/>
            </a:ln>
          </p:spPr>
        </p:sp>
        <p:sp>
          <p:nvSpPr>
            <p:cNvPr id="74" name="Shape 72"/>
            <p:cNvSpPr/>
            <p:nvPr/>
          </p:nvSpPr>
          <p:spPr>
            <a:xfrm>
              <a:off x="6350000" y="42708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95250" y="0"/>
                  </a:moveTo>
                  <a:lnTo>
                    <a:pt x="285750" y="0"/>
                  </a:lnTo>
                  <a:cubicBezTo>
                    <a:pt x="338320" y="0"/>
                    <a:pt x="381000" y="42680"/>
                    <a:pt x="381000" y="95250"/>
                  </a:cubicBezTo>
                  <a:lnTo>
                    <a:pt x="381000" y="285750"/>
                  </a:lnTo>
                  <a:cubicBezTo>
                    <a:pt x="381000" y="338320"/>
                    <a:pt x="338320" y="381000"/>
                    <a:pt x="285750" y="381000"/>
                  </a:cubicBezTo>
                  <a:lnTo>
                    <a:pt x="95250" y="381000"/>
                  </a:lnTo>
                  <a:cubicBezTo>
                    <a:pt x="42680" y="381000"/>
                    <a:pt x="0" y="338320"/>
                    <a:pt x="0" y="285750"/>
                  </a:cubicBezTo>
                  <a:lnTo>
                    <a:pt x="0" y="95250"/>
                  </a:lnTo>
                  <a:cubicBezTo>
                    <a:pt x="0" y="42680"/>
                    <a:pt x="42680" y="0"/>
                    <a:pt x="95250" y="0"/>
                  </a:cubicBezTo>
                  <a:close/>
                </a:path>
              </a:pathLst>
            </a:custGeom>
            <a:solidFill>
              <a:srgbClr val="0D4F4F">
                <a:alpha val="20000"/>
              </a:srgbClr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421438" y="4366149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54744" y="78321"/>
                  </a:moveTo>
                  <a:cubicBezTo>
                    <a:pt x="159283" y="77093"/>
                    <a:pt x="164046" y="79251"/>
                    <a:pt x="166092" y="83455"/>
                  </a:cubicBezTo>
                  <a:lnTo>
                    <a:pt x="173013" y="97445"/>
                  </a:lnTo>
                  <a:cubicBezTo>
                    <a:pt x="176845" y="97966"/>
                    <a:pt x="180603" y="99008"/>
                    <a:pt x="184138" y="100459"/>
                  </a:cubicBezTo>
                  <a:lnTo>
                    <a:pt x="197160" y="91790"/>
                  </a:lnTo>
                  <a:cubicBezTo>
                    <a:pt x="201067" y="89185"/>
                    <a:pt x="206239" y="89706"/>
                    <a:pt x="209550" y="93018"/>
                  </a:cubicBezTo>
                  <a:lnTo>
                    <a:pt x="216694" y="100161"/>
                  </a:lnTo>
                  <a:cubicBezTo>
                    <a:pt x="220005" y="103473"/>
                    <a:pt x="220526" y="108682"/>
                    <a:pt x="217922" y="112551"/>
                  </a:cubicBezTo>
                  <a:lnTo>
                    <a:pt x="209252" y="125537"/>
                  </a:lnTo>
                  <a:cubicBezTo>
                    <a:pt x="209959" y="127285"/>
                    <a:pt x="210592" y="129108"/>
                    <a:pt x="211113" y="131006"/>
                  </a:cubicBezTo>
                  <a:cubicBezTo>
                    <a:pt x="211634" y="132904"/>
                    <a:pt x="211968" y="134764"/>
                    <a:pt x="212229" y="136661"/>
                  </a:cubicBezTo>
                  <a:lnTo>
                    <a:pt x="226256" y="143582"/>
                  </a:lnTo>
                  <a:cubicBezTo>
                    <a:pt x="230460" y="145666"/>
                    <a:pt x="232618" y="150428"/>
                    <a:pt x="231391" y="154930"/>
                  </a:cubicBezTo>
                  <a:lnTo>
                    <a:pt x="228786" y="164678"/>
                  </a:lnTo>
                  <a:cubicBezTo>
                    <a:pt x="227558" y="169180"/>
                    <a:pt x="223354" y="172231"/>
                    <a:pt x="218666" y="171934"/>
                  </a:cubicBezTo>
                  <a:lnTo>
                    <a:pt x="203039" y="170929"/>
                  </a:lnTo>
                  <a:cubicBezTo>
                    <a:pt x="200695" y="173943"/>
                    <a:pt x="197979" y="176733"/>
                    <a:pt x="194890" y="179115"/>
                  </a:cubicBezTo>
                  <a:lnTo>
                    <a:pt x="195895" y="194704"/>
                  </a:lnTo>
                  <a:cubicBezTo>
                    <a:pt x="196193" y="199392"/>
                    <a:pt x="193142" y="203634"/>
                    <a:pt x="188640" y="204825"/>
                  </a:cubicBezTo>
                  <a:lnTo>
                    <a:pt x="178891" y="207429"/>
                  </a:lnTo>
                  <a:cubicBezTo>
                    <a:pt x="174352" y="208657"/>
                    <a:pt x="169627" y="206499"/>
                    <a:pt x="167543" y="202295"/>
                  </a:cubicBezTo>
                  <a:lnTo>
                    <a:pt x="160623" y="188305"/>
                  </a:lnTo>
                  <a:cubicBezTo>
                    <a:pt x="156790" y="187784"/>
                    <a:pt x="153033" y="186742"/>
                    <a:pt x="149498" y="185291"/>
                  </a:cubicBezTo>
                  <a:lnTo>
                    <a:pt x="136475" y="193960"/>
                  </a:lnTo>
                  <a:cubicBezTo>
                    <a:pt x="132569" y="196565"/>
                    <a:pt x="127397" y="196044"/>
                    <a:pt x="124085" y="192732"/>
                  </a:cubicBezTo>
                  <a:lnTo>
                    <a:pt x="116942" y="185589"/>
                  </a:lnTo>
                  <a:cubicBezTo>
                    <a:pt x="113630" y="182277"/>
                    <a:pt x="113109" y="177105"/>
                    <a:pt x="115714" y="173199"/>
                  </a:cubicBezTo>
                  <a:lnTo>
                    <a:pt x="124383" y="160176"/>
                  </a:lnTo>
                  <a:cubicBezTo>
                    <a:pt x="123676" y="158428"/>
                    <a:pt x="123044" y="156604"/>
                    <a:pt x="122523" y="154707"/>
                  </a:cubicBezTo>
                  <a:cubicBezTo>
                    <a:pt x="122002" y="152809"/>
                    <a:pt x="121667" y="150912"/>
                    <a:pt x="121407" y="149051"/>
                  </a:cubicBezTo>
                  <a:lnTo>
                    <a:pt x="107379" y="142131"/>
                  </a:lnTo>
                  <a:cubicBezTo>
                    <a:pt x="103175" y="140047"/>
                    <a:pt x="101054" y="135285"/>
                    <a:pt x="102245" y="130783"/>
                  </a:cubicBezTo>
                  <a:lnTo>
                    <a:pt x="104849" y="121034"/>
                  </a:lnTo>
                  <a:cubicBezTo>
                    <a:pt x="106077" y="116532"/>
                    <a:pt x="110282" y="113481"/>
                    <a:pt x="114970" y="113779"/>
                  </a:cubicBezTo>
                  <a:lnTo>
                    <a:pt x="130559" y="114784"/>
                  </a:lnTo>
                  <a:cubicBezTo>
                    <a:pt x="132904" y="111770"/>
                    <a:pt x="135620" y="108979"/>
                    <a:pt x="138708" y="106598"/>
                  </a:cubicBezTo>
                  <a:lnTo>
                    <a:pt x="137703" y="91046"/>
                  </a:lnTo>
                  <a:cubicBezTo>
                    <a:pt x="137406" y="86358"/>
                    <a:pt x="140457" y="82116"/>
                    <a:pt x="144959" y="80925"/>
                  </a:cubicBezTo>
                  <a:lnTo>
                    <a:pt x="154707" y="78321"/>
                  </a:lnTo>
                  <a:close/>
                  <a:moveTo>
                    <a:pt x="166836" y="126504"/>
                  </a:moveTo>
                  <a:cubicBezTo>
                    <a:pt x="157801" y="126514"/>
                    <a:pt x="150474" y="133858"/>
                    <a:pt x="150484" y="142894"/>
                  </a:cubicBezTo>
                  <a:cubicBezTo>
                    <a:pt x="150494" y="151929"/>
                    <a:pt x="157838" y="159256"/>
                    <a:pt x="166874" y="159246"/>
                  </a:cubicBezTo>
                  <a:cubicBezTo>
                    <a:pt x="175909" y="159236"/>
                    <a:pt x="183236" y="151892"/>
                    <a:pt x="183226" y="142856"/>
                  </a:cubicBezTo>
                  <a:cubicBezTo>
                    <a:pt x="183216" y="133821"/>
                    <a:pt x="175872" y="126494"/>
                    <a:pt x="166836" y="126504"/>
                  </a:cubicBezTo>
                  <a:close/>
                  <a:moveTo>
                    <a:pt x="83679" y="-16929"/>
                  </a:moveTo>
                  <a:lnTo>
                    <a:pt x="93427" y="-14325"/>
                  </a:lnTo>
                  <a:cubicBezTo>
                    <a:pt x="97929" y="-13097"/>
                    <a:pt x="100980" y="-8855"/>
                    <a:pt x="100682" y="-4204"/>
                  </a:cubicBezTo>
                  <a:lnTo>
                    <a:pt x="99678" y="11348"/>
                  </a:lnTo>
                  <a:cubicBezTo>
                    <a:pt x="102766" y="13729"/>
                    <a:pt x="105482" y="16483"/>
                    <a:pt x="107826" y="19534"/>
                  </a:cubicBezTo>
                  <a:lnTo>
                    <a:pt x="123453" y="18529"/>
                  </a:lnTo>
                  <a:cubicBezTo>
                    <a:pt x="128104" y="18231"/>
                    <a:pt x="132345" y="21282"/>
                    <a:pt x="133573" y="25784"/>
                  </a:cubicBezTo>
                  <a:lnTo>
                    <a:pt x="136178" y="35533"/>
                  </a:lnTo>
                  <a:cubicBezTo>
                    <a:pt x="137368" y="40035"/>
                    <a:pt x="135248" y="44797"/>
                    <a:pt x="131043" y="46881"/>
                  </a:cubicBezTo>
                  <a:lnTo>
                    <a:pt x="117016" y="53801"/>
                  </a:lnTo>
                  <a:cubicBezTo>
                    <a:pt x="116756" y="55699"/>
                    <a:pt x="116384" y="57596"/>
                    <a:pt x="115900" y="59457"/>
                  </a:cubicBezTo>
                  <a:cubicBezTo>
                    <a:pt x="115416" y="61317"/>
                    <a:pt x="114746" y="63178"/>
                    <a:pt x="114040" y="64926"/>
                  </a:cubicBezTo>
                  <a:lnTo>
                    <a:pt x="122709" y="77949"/>
                  </a:lnTo>
                  <a:cubicBezTo>
                    <a:pt x="125313" y="81855"/>
                    <a:pt x="124792" y="87027"/>
                    <a:pt x="121481" y="90339"/>
                  </a:cubicBezTo>
                  <a:lnTo>
                    <a:pt x="114337" y="97482"/>
                  </a:lnTo>
                  <a:cubicBezTo>
                    <a:pt x="111026" y="100794"/>
                    <a:pt x="105854" y="101315"/>
                    <a:pt x="101947" y="98710"/>
                  </a:cubicBezTo>
                  <a:lnTo>
                    <a:pt x="88925" y="90041"/>
                  </a:lnTo>
                  <a:cubicBezTo>
                    <a:pt x="85390" y="91492"/>
                    <a:pt x="81632" y="92534"/>
                    <a:pt x="77800" y="93055"/>
                  </a:cubicBezTo>
                  <a:lnTo>
                    <a:pt x="70879" y="107045"/>
                  </a:lnTo>
                  <a:cubicBezTo>
                    <a:pt x="68796" y="111249"/>
                    <a:pt x="64033" y="113370"/>
                    <a:pt x="59531" y="112179"/>
                  </a:cubicBezTo>
                  <a:lnTo>
                    <a:pt x="49783" y="109575"/>
                  </a:lnTo>
                  <a:cubicBezTo>
                    <a:pt x="45244" y="108347"/>
                    <a:pt x="42230" y="104105"/>
                    <a:pt x="42528" y="99454"/>
                  </a:cubicBezTo>
                  <a:lnTo>
                    <a:pt x="43532" y="83865"/>
                  </a:lnTo>
                  <a:cubicBezTo>
                    <a:pt x="40444" y="81483"/>
                    <a:pt x="37728" y="78730"/>
                    <a:pt x="35384" y="75679"/>
                  </a:cubicBezTo>
                  <a:lnTo>
                    <a:pt x="19757" y="76684"/>
                  </a:lnTo>
                  <a:cubicBezTo>
                    <a:pt x="15106" y="76981"/>
                    <a:pt x="10864" y="73930"/>
                    <a:pt x="9637" y="69428"/>
                  </a:cubicBezTo>
                  <a:lnTo>
                    <a:pt x="7032" y="59680"/>
                  </a:lnTo>
                  <a:cubicBezTo>
                    <a:pt x="5842" y="55178"/>
                    <a:pt x="7962" y="50416"/>
                    <a:pt x="12167" y="48332"/>
                  </a:cubicBezTo>
                  <a:lnTo>
                    <a:pt x="26194" y="41411"/>
                  </a:lnTo>
                  <a:cubicBezTo>
                    <a:pt x="26454" y="39514"/>
                    <a:pt x="26826" y="37654"/>
                    <a:pt x="27310" y="35756"/>
                  </a:cubicBezTo>
                  <a:cubicBezTo>
                    <a:pt x="27831" y="33858"/>
                    <a:pt x="28426" y="32035"/>
                    <a:pt x="29170" y="30287"/>
                  </a:cubicBezTo>
                  <a:lnTo>
                    <a:pt x="20501" y="17301"/>
                  </a:lnTo>
                  <a:cubicBezTo>
                    <a:pt x="17897" y="13395"/>
                    <a:pt x="18417" y="8223"/>
                    <a:pt x="21729" y="4911"/>
                  </a:cubicBezTo>
                  <a:lnTo>
                    <a:pt x="28873" y="-2232"/>
                  </a:lnTo>
                  <a:cubicBezTo>
                    <a:pt x="32184" y="-5544"/>
                    <a:pt x="37356" y="-6065"/>
                    <a:pt x="41263" y="-3460"/>
                  </a:cubicBezTo>
                  <a:lnTo>
                    <a:pt x="54285" y="5209"/>
                  </a:lnTo>
                  <a:cubicBezTo>
                    <a:pt x="57820" y="3758"/>
                    <a:pt x="61578" y="2716"/>
                    <a:pt x="65410" y="2195"/>
                  </a:cubicBezTo>
                  <a:lnTo>
                    <a:pt x="72330" y="-11795"/>
                  </a:lnTo>
                  <a:cubicBezTo>
                    <a:pt x="74414" y="-15999"/>
                    <a:pt x="79139" y="-18120"/>
                    <a:pt x="83679" y="-16929"/>
                  </a:cubicBezTo>
                  <a:close/>
                  <a:moveTo>
                    <a:pt x="71586" y="31254"/>
                  </a:moveTo>
                  <a:cubicBezTo>
                    <a:pt x="62551" y="31254"/>
                    <a:pt x="55215" y="38590"/>
                    <a:pt x="55215" y="47625"/>
                  </a:cubicBezTo>
                  <a:cubicBezTo>
                    <a:pt x="55215" y="56660"/>
                    <a:pt x="62551" y="63996"/>
                    <a:pt x="71586" y="63996"/>
                  </a:cubicBezTo>
                  <a:cubicBezTo>
                    <a:pt x="80622" y="63996"/>
                    <a:pt x="87957" y="56660"/>
                    <a:pt x="87957" y="47625"/>
                  </a:cubicBezTo>
                  <a:cubicBezTo>
                    <a:pt x="87957" y="38590"/>
                    <a:pt x="80622" y="31254"/>
                    <a:pt x="71586" y="31254"/>
                  </a:cubicBezTo>
                  <a:close/>
                </a:path>
              </a:pathLst>
            </a:custGeom>
            <a:solidFill>
              <a:srgbClr val="0D4F4F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6826250" y="4350274"/>
              <a:ext cx="1381125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rgbClr val="0D4F4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Training Callbacks</a:t>
              </a:r>
              <a:endParaRPr lang="en-US" sz="12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6350000" y="4778899"/>
              <a:ext cx="5349875" cy="571500"/>
            </a:xfrm>
            <a:custGeom>
              <a:avLst/>
              <a:gdLst/>
              <a:ahLst/>
              <a:cxnLst/>
              <a:rect l="l" t="t" r="r" b="b"/>
              <a:pathLst>
                <a:path w="5349875" h="571500">
                  <a:moveTo>
                    <a:pt x="95252" y="0"/>
                  </a:moveTo>
                  <a:lnTo>
                    <a:pt x="5254623" y="0"/>
                  </a:lnTo>
                  <a:cubicBezTo>
                    <a:pt x="5307229" y="0"/>
                    <a:pt x="5349875" y="42646"/>
                    <a:pt x="5349875" y="95252"/>
                  </a:cubicBezTo>
                  <a:lnTo>
                    <a:pt x="5349875" y="476248"/>
                  </a:lnTo>
                  <a:cubicBezTo>
                    <a:pt x="5349875" y="528854"/>
                    <a:pt x="5307229" y="571500"/>
                    <a:pt x="5254623" y="571500"/>
                  </a:cubicBezTo>
                  <a:lnTo>
                    <a:pt x="95252" y="571500"/>
                  </a:lnTo>
                  <a:cubicBezTo>
                    <a:pt x="42681" y="571500"/>
                    <a:pt x="0" y="528819"/>
                    <a:pt x="0" y="476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13" dist="793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78" name="Shape 76"/>
            <p:cNvSpPr/>
            <p:nvPr/>
          </p:nvSpPr>
          <p:spPr>
            <a:xfrm>
              <a:off x="6465094" y="4985274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79375" y="158750"/>
                  </a:moveTo>
                  <a:cubicBezTo>
                    <a:pt x="123183" y="158750"/>
                    <a:pt x="158750" y="123183"/>
                    <a:pt x="158750" y="79375"/>
                  </a:cubicBezTo>
                  <a:cubicBezTo>
                    <a:pt x="158750" y="35567"/>
                    <a:pt x="123183" y="0"/>
                    <a:pt x="79375" y="0"/>
                  </a:cubicBezTo>
                  <a:cubicBezTo>
                    <a:pt x="35567" y="0"/>
                    <a:pt x="0" y="35567"/>
                    <a:pt x="0" y="79375"/>
                  </a:cubicBezTo>
                  <a:cubicBezTo>
                    <a:pt x="0" y="123183"/>
                    <a:pt x="35567" y="158750"/>
                    <a:pt x="79375" y="158750"/>
                  </a:cubicBezTo>
                  <a:close/>
                  <a:moveTo>
                    <a:pt x="59531" y="49609"/>
                  </a:moveTo>
                  <a:lnTo>
                    <a:pt x="99219" y="49609"/>
                  </a:lnTo>
                  <a:cubicBezTo>
                    <a:pt x="104707" y="49609"/>
                    <a:pt x="109141" y="54043"/>
                    <a:pt x="109141" y="59531"/>
                  </a:cubicBezTo>
                  <a:lnTo>
                    <a:pt x="109141" y="99219"/>
                  </a:lnTo>
                  <a:cubicBezTo>
                    <a:pt x="109141" y="104707"/>
                    <a:pt x="104707" y="109141"/>
                    <a:pt x="99219" y="109141"/>
                  </a:cubicBezTo>
                  <a:lnTo>
                    <a:pt x="59531" y="109141"/>
                  </a:lnTo>
                  <a:cubicBezTo>
                    <a:pt x="54043" y="109141"/>
                    <a:pt x="49609" y="104707"/>
                    <a:pt x="49609" y="99219"/>
                  </a:cubicBezTo>
                  <a:lnTo>
                    <a:pt x="49609" y="59531"/>
                  </a:lnTo>
                  <a:cubicBezTo>
                    <a:pt x="49609" y="54043"/>
                    <a:pt x="54043" y="49609"/>
                    <a:pt x="59531" y="49609"/>
                  </a:cubicBezTo>
                  <a:close/>
                </a:path>
              </a:pathLst>
            </a:custGeom>
            <a:solidFill>
              <a:srgbClr val="DC2626"/>
            </a:solidFill>
            <a:ln/>
          </p:spPr>
        </p:sp>
        <p:sp>
          <p:nvSpPr>
            <p:cNvPr id="79" name="Text 77"/>
            <p:cNvSpPr/>
            <p:nvPr/>
          </p:nvSpPr>
          <p:spPr>
            <a:xfrm>
              <a:off x="6738938" y="4874149"/>
              <a:ext cx="10874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EarlyStopping</a:t>
              </a:r>
              <a:endParaRPr lang="en-US" sz="120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6738938" y="5064649"/>
              <a:ext cx="10874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Patience: 5 epochs</a:t>
              </a:r>
              <a:endParaRPr lang="en-US" sz="12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6350000" y="5445649"/>
              <a:ext cx="5349875" cy="571500"/>
            </a:xfrm>
            <a:custGeom>
              <a:avLst/>
              <a:gdLst/>
              <a:ahLst/>
              <a:cxnLst/>
              <a:rect l="l" t="t" r="r" b="b"/>
              <a:pathLst>
                <a:path w="5349875" h="571500">
                  <a:moveTo>
                    <a:pt x="95252" y="0"/>
                  </a:moveTo>
                  <a:lnTo>
                    <a:pt x="5254623" y="0"/>
                  </a:lnTo>
                  <a:cubicBezTo>
                    <a:pt x="5307229" y="0"/>
                    <a:pt x="5349875" y="42646"/>
                    <a:pt x="5349875" y="95252"/>
                  </a:cubicBezTo>
                  <a:lnTo>
                    <a:pt x="5349875" y="476248"/>
                  </a:lnTo>
                  <a:cubicBezTo>
                    <a:pt x="5349875" y="528854"/>
                    <a:pt x="5307229" y="571500"/>
                    <a:pt x="5254623" y="571500"/>
                  </a:cubicBezTo>
                  <a:lnTo>
                    <a:pt x="95252" y="571500"/>
                  </a:lnTo>
                  <a:cubicBezTo>
                    <a:pt x="42681" y="571500"/>
                    <a:pt x="0" y="528819"/>
                    <a:pt x="0" y="476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13" dist="793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2" name="Shape 80"/>
            <p:cNvSpPr/>
            <p:nvPr/>
          </p:nvSpPr>
          <p:spPr>
            <a:xfrm>
              <a:off x="6465094" y="5652024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19844" y="19844"/>
                  </a:moveTo>
                  <a:cubicBezTo>
                    <a:pt x="19844" y="14356"/>
                    <a:pt x="15410" y="9922"/>
                    <a:pt x="9922" y="9922"/>
                  </a:cubicBezTo>
                  <a:cubicBezTo>
                    <a:pt x="4434" y="9922"/>
                    <a:pt x="0" y="14356"/>
                    <a:pt x="0" y="19844"/>
                  </a:cubicBezTo>
                  <a:lnTo>
                    <a:pt x="0" y="124023"/>
                  </a:lnTo>
                  <a:cubicBezTo>
                    <a:pt x="0" y="137728"/>
                    <a:pt x="11100" y="148828"/>
                    <a:pt x="24805" y="148828"/>
                  </a:cubicBezTo>
                  <a:lnTo>
                    <a:pt x="148828" y="148828"/>
                  </a:lnTo>
                  <a:cubicBezTo>
                    <a:pt x="154316" y="148828"/>
                    <a:pt x="158750" y="144394"/>
                    <a:pt x="158750" y="138906"/>
                  </a:cubicBezTo>
                  <a:cubicBezTo>
                    <a:pt x="158750" y="133418"/>
                    <a:pt x="154316" y="128984"/>
                    <a:pt x="148828" y="128984"/>
                  </a:cubicBezTo>
                  <a:lnTo>
                    <a:pt x="24805" y="128984"/>
                  </a:lnTo>
                  <a:cubicBezTo>
                    <a:pt x="22076" y="128984"/>
                    <a:pt x="19844" y="126752"/>
                    <a:pt x="19844" y="124023"/>
                  </a:cubicBezTo>
                  <a:lnTo>
                    <a:pt x="19844" y="19844"/>
                  </a:lnTo>
                  <a:close/>
                  <a:moveTo>
                    <a:pt x="145914" y="46695"/>
                  </a:moveTo>
                  <a:cubicBezTo>
                    <a:pt x="149789" y="42819"/>
                    <a:pt x="149789" y="36525"/>
                    <a:pt x="145914" y="32649"/>
                  </a:cubicBezTo>
                  <a:cubicBezTo>
                    <a:pt x="142038" y="28773"/>
                    <a:pt x="135744" y="28773"/>
                    <a:pt x="131868" y="32649"/>
                  </a:cubicBezTo>
                  <a:lnTo>
                    <a:pt x="99219" y="65329"/>
                  </a:lnTo>
                  <a:lnTo>
                    <a:pt x="81421" y="47563"/>
                  </a:lnTo>
                  <a:cubicBezTo>
                    <a:pt x="77546" y="43687"/>
                    <a:pt x="71251" y="43687"/>
                    <a:pt x="67376" y="47563"/>
                  </a:cubicBezTo>
                  <a:lnTo>
                    <a:pt x="37610" y="77329"/>
                  </a:lnTo>
                  <a:cubicBezTo>
                    <a:pt x="33734" y="81204"/>
                    <a:pt x="33734" y="87499"/>
                    <a:pt x="37610" y="91374"/>
                  </a:cubicBezTo>
                  <a:cubicBezTo>
                    <a:pt x="41486" y="95250"/>
                    <a:pt x="47780" y="95250"/>
                    <a:pt x="51656" y="91374"/>
                  </a:cubicBezTo>
                  <a:lnTo>
                    <a:pt x="74414" y="68616"/>
                  </a:lnTo>
                  <a:lnTo>
                    <a:pt x="92211" y="86413"/>
                  </a:lnTo>
                  <a:cubicBezTo>
                    <a:pt x="96087" y="90289"/>
                    <a:pt x="102381" y="90289"/>
                    <a:pt x="106257" y="86413"/>
                  </a:cubicBezTo>
                  <a:lnTo>
                    <a:pt x="145945" y="46726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83" name="Text 81"/>
            <p:cNvSpPr/>
            <p:nvPr/>
          </p:nvSpPr>
          <p:spPr>
            <a:xfrm>
              <a:off x="6738938" y="5540899"/>
              <a:ext cx="1317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ReduceLROnPlateau</a:t>
              </a:r>
              <a:endParaRPr lang="en-US" sz="12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6738938" y="5731399"/>
              <a:ext cx="1317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Patience: 3, Factor: 0.3</a:t>
              </a:r>
              <a:endParaRPr lang="en-US" sz="120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6350000" y="6112399"/>
              <a:ext cx="5349875" cy="571500"/>
            </a:xfrm>
            <a:custGeom>
              <a:avLst/>
              <a:gdLst/>
              <a:ahLst/>
              <a:cxnLst/>
              <a:rect l="l" t="t" r="r" b="b"/>
              <a:pathLst>
                <a:path w="5349875" h="571500">
                  <a:moveTo>
                    <a:pt x="95252" y="0"/>
                  </a:moveTo>
                  <a:lnTo>
                    <a:pt x="5254623" y="0"/>
                  </a:lnTo>
                  <a:cubicBezTo>
                    <a:pt x="5307229" y="0"/>
                    <a:pt x="5349875" y="42646"/>
                    <a:pt x="5349875" y="95252"/>
                  </a:cubicBezTo>
                  <a:lnTo>
                    <a:pt x="5349875" y="476248"/>
                  </a:lnTo>
                  <a:cubicBezTo>
                    <a:pt x="5349875" y="528854"/>
                    <a:pt x="5307229" y="571500"/>
                    <a:pt x="5254623" y="571500"/>
                  </a:cubicBezTo>
                  <a:lnTo>
                    <a:pt x="95252" y="571500"/>
                  </a:lnTo>
                  <a:cubicBezTo>
                    <a:pt x="42681" y="571500"/>
                    <a:pt x="0" y="528819"/>
                    <a:pt x="0" y="476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23813" dist="7938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86" name="Shape 84"/>
            <p:cNvSpPr/>
            <p:nvPr/>
          </p:nvSpPr>
          <p:spPr>
            <a:xfrm>
              <a:off x="6475016" y="6318774"/>
              <a:ext cx="138906" cy="158750"/>
            </a:xfrm>
            <a:custGeom>
              <a:avLst/>
              <a:gdLst/>
              <a:ahLst/>
              <a:cxnLst/>
              <a:rect l="l" t="t" r="r" b="b"/>
              <a:pathLst>
                <a:path w="138906" h="158750">
                  <a:moveTo>
                    <a:pt x="19844" y="9922"/>
                  </a:moveTo>
                  <a:cubicBezTo>
                    <a:pt x="8899" y="9922"/>
                    <a:pt x="0" y="18821"/>
                    <a:pt x="0" y="29766"/>
                  </a:cubicBezTo>
                  <a:lnTo>
                    <a:pt x="0" y="128984"/>
                  </a:lnTo>
                  <a:cubicBezTo>
                    <a:pt x="0" y="139929"/>
                    <a:pt x="8899" y="148828"/>
                    <a:pt x="19844" y="148828"/>
                  </a:cubicBezTo>
                  <a:lnTo>
                    <a:pt x="119062" y="148828"/>
                  </a:lnTo>
                  <a:cubicBezTo>
                    <a:pt x="130008" y="148828"/>
                    <a:pt x="138906" y="139929"/>
                    <a:pt x="138906" y="128984"/>
                  </a:cubicBezTo>
                  <a:lnTo>
                    <a:pt x="138906" y="53733"/>
                  </a:lnTo>
                  <a:cubicBezTo>
                    <a:pt x="138906" y="48462"/>
                    <a:pt x="136829" y="43408"/>
                    <a:pt x="133108" y="39688"/>
                  </a:cubicBezTo>
                  <a:lnTo>
                    <a:pt x="109141" y="15720"/>
                  </a:lnTo>
                  <a:cubicBezTo>
                    <a:pt x="105420" y="11999"/>
                    <a:pt x="100366" y="9922"/>
                    <a:pt x="95095" y="9922"/>
                  </a:cubicBezTo>
                  <a:lnTo>
                    <a:pt x="19844" y="9922"/>
                  </a:lnTo>
                  <a:close/>
                  <a:moveTo>
                    <a:pt x="29766" y="39688"/>
                  </a:moveTo>
                  <a:cubicBezTo>
                    <a:pt x="29766" y="34199"/>
                    <a:pt x="34199" y="29766"/>
                    <a:pt x="39688" y="29766"/>
                  </a:cubicBezTo>
                  <a:lnTo>
                    <a:pt x="89297" y="29766"/>
                  </a:lnTo>
                  <a:cubicBezTo>
                    <a:pt x="94785" y="29766"/>
                    <a:pt x="99219" y="34199"/>
                    <a:pt x="99219" y="39688"/>
                  </a:cubicBezTo>
                  <a:lnTo>
                    <a:pt x="99219" y="59531"/>
                  </a:lnTo>
                  <a:cubicBezTo>
                    <a:pt x="99219" y="65019"/>
                    <a:pt x="94785" y="69453"/>
                    <a:pt x="89297" y="69453"/>
                  </a:cubicBezTo>
                  <a:lnTo>
                    <a:pt x="39688" y="69453"/>
                  </a:lnTo>
                  <a:cubicBezTo>
                    <a:pt x="34199" y="69453"/>
                    <a:pt x="29766" y="65019"/>
                    <a:pt x="29766" y="59531"/>
                  </a:cubicBezTo>
                  <a:lnTo>
                    <a:pt x="29766" y="39688"/>
                  </a:lnTo>
                  <a:close/>
                  <a:moveTo>
                    <a:pt x="69453" y="89297"/>
                  </a:moveTo>
                  <a:cubicBezTo>
                    <a:pt x="80405" y="89297"/>
                    <a:pt x="89297" y="98189"/>
                    <a:pt x="89297" y="109141"/>
                  </a:cubicBezTo>
                  <a:cubicBezTo>
                    <a:pt x="89297" y="120093"/>
                    <a:pt x="80405" y="128984"/>
                    <a:pt x="69453" y="128984"/>
                  </a:cubicBezTo>
                  <a:cubicBezTo>
                    <a:pt x="58501" y="128984"/>
                    <a:pt x="49609" y="120093"/>
                    <a:pt x="49609" y="109141"/>
                  </a:cubicBezTo>
                  <a:cubicBezTo>
                    <a:pt x="49609" y="98189"/>
                    <a:pt x="58501" y="89297"/>
                    <a:pt x="69453" y="89297"/>
                  </a:cubicBezTo>
                  <a:close/>
                </a:path>
              </a:pathLst>
            </a:custGeom>
            <a:solidFill>
              <a:srgbClr val="14B8A6"/>
            </a:solidFill>
            <a:ln/>
          </p:spPr>
        </p:sp>
        <p:sp>
          <p:nvSpPr>
            <p:cNvPr id="87" name="Text 85"/>
            <p:cNvSpPr/>
            <p:nvPr/>
          </p:nvSpPr>
          <p:spPr>
            <a:xfrm>
              <a:off x="6738938" y="6207649"/>
              <a:ext cx="1031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b="1" dirty="0">
                  <a:solidFill>
                    <a:srgbClr val="0D4F4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ModelCheckpoint</a:t>
              </a:r>
              <a:endParaRPr lang="en-US" sz="12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6738938" y="6398149"/>
              <a:ext cx="10318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800" dirty="0">
                  <a:solidFill>
                    <a:srgbClr val="6B7280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Save best only</a:t>
              </a:r>
              <a:endParaRPr lang="en-US" sz="1200" dirty="0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285750"/>
                </a:lnTo>
                <a:cubicBezTo>
                  <a:pt x="63500" y="303273"/>
                  <a:pt x="49273" y="317500"/>
                  <a:pt x="31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384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Flowchart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6251" y="762000"/>
            <a:ext cx="419641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data flow from user input to AI prediction output</a:t>
            </a:r>
            <a:endParaRPr lang="en-US" sz="14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C114BC-2A4A-F484-3049-1E50EDB2ADED}"/>
              </a:ext>
            </a:extLst>
          </p:cNvPr>
          <p:cNvGrpSpPr/>
          <p:nvPr/>
        </p:nvGrpSpPr>
        <p:grpSpPr>
          <a:xfrm>
            <a:off x="6564079" y="231463"/>
            <a:ext cx="2271553" cy="711747"/>
            <a:chOff x="5222875" y="398185"/>
            <a:chExt cx="1746250" cy="857250"/>
          </a:xfrm>
        </p:grpSpPr>
        <p:sp>
          <p:nvSpPr>
            <p:cNvPr id="5" name="Shape 3"/>
            <p:cNvSpPr/>
            <p:nvPr/>
          </p:nvSpPr>
          <p:spPr>
            <a:xfrm>
              <a:off x="5222875" y="398185"/>
              <a:ext cx="1746250" cy="857250"/>
            </a:xfrm>
            <a:custGeom>
              <a:avLst/>
              <a:gdLst/>
              <a:ahLst/>
              <a:cxnLst/>
              <a:rect l="l" t="t" r="r" b="b"/>
              <a:pathLst>
                <a:path w="1746250" h="857250">
                  <a:moveTo>
                    <a:pt x="95249" y="0"/>
                  </a:moveTo>
                  <a:lnTo>
                    <a:pt x="1651001" y="0"/>
                  </a:lnTo>
                  <a:cubicBezTo>
                    <a:pt x="1703606" y="0"/>
                    <a:pt x="1746250" y="42644"/>
                    <a:pt x="1746250" y="95249"/>
                  </a:cubicBezTo>
                  <a:lnTo>
                    <a:pt x="1746250" y="762001"/>
                  </a:lnTo>
                  <a:cubicBezTo>
                    <a:pt x="1746250" y="814606"/>
                    <a:pt x="1703606" y="857250"/>
                    <a:pt x="1651001" y="857250"/>
                  </a:cubicBezTo>
                  <a:lnTo>
                    <a:pt x="95249" y="857250"/>
                  </a:lnTo>
                  <a:cubicBezTo>
                    <a:pt x="42644" y="857250"/>
                    <a:pt x="0" y="814606"/>
                    <a:pt x="0" y="762001"/>
                  </a:cubicBezTo>
                  <a:lnTo>
                    <a:pt x="0" y="95249"/>
                  </a:lnTo>
                  <a:cubicBezTo>
                    <a:pt x="0" y="42680"/>
                    <a:pt x="42680" y="0"/>
                    <a:pt x="9524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/>
                </a:gs>
                <a:gs pos="100000">
                  <a:srgbClr val="14B8A6"/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5885656" y="525185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46230" y="20092"/>
                  </a:moveTo>
                  <a:lnTo>
                    <a:pt x="43005" y="29766"/>
                  </a:lnTo>
                  <a:lnTo>
                    <a:pt x="19844" y="29766"/>
                  </a:lnTo>
                  <a:cubicBezTo>
                    <a:pt x="8899" y="29766"/>
                    <a:pt x="0" y="38664"/>
                    <a:pt x="0" y="49609"/>
                  </a:cubicBezTo>
                  <a:lnTo>
                    <a:pt x="0" y="128984"/>
                  </a:lnTo>
                  <a:cubicBezTo>
                    <a:pt x="0" y="139929"/>
                    <a:pt x="8899" y="148828"/>
                    <a:pt x="19844" y="148828"/>
                  </a:cubicBezTo>
                  <a:lnTo>
                    <a:pt x="138906" y="148828"/>
                  </a:lnTo>
                  <a:cubicBezTo>
                    <a:pt x="149851" y="148828"/>
                    <a:pt x="158750" y="139929"/>
                    <a:pt x="158750" y="128984"/>
                  </a:cubicBezTo>
                  <a:lnTo>
                    <a:pt x="158750" y="49609"/>
                  </a:lnTo>
                  <a:cubicBezTo>
                    <a:pt x="158750" y="38664"/>
                    <a:pt x="149851" y="29766"/>
                    <a:pt x="138906" y="29766"/>
                  </a:cubicBezTo>
                  <a:lnTo>
                    <a:pt x="115745" y="29766"/>
                  </a:lnTo>
                  <a:lnTo>
                    <a:pt x="112520" y="20092"/>
                  </a:lnTo>
                  <a:cubicBezTo>
                    <a:pt x="110505" y="14015"/>
                    <a:pt x="104831" y="9922"/>
                    <a:pt x="98413" y="9922"/>
                  </a:cubicBezTo>
                  <a:lnTo>
                    <a:pt x="60337" y="9922"/>
                  </a:lnTo>
                  <a:cubicBezTo>
                    <a:pt x="53919" y="9922"/>
                    <a:pt x="48245" y="14015"/>
                    <a:pt x="46230" y="20092"/>
                  </a:cubicBezTo>
                  <a:close/>
                  <a:moveTo>
                    <a:pt x="79375" y="59531"/>
                  </a:moveTo>
                  <a:cubicBezTo>
                    <a:pt x="95803" y="59531"/>
                    <a:pt x="109141" y="72869"/>
                    <a:pt x="109141" y="89297"/>
                  </a:cubicBezTo>
                  <a:cubicBezTo>
                    <a:pt x="109141" y="105725"/>
                    <a:pt x="95803" y="119062"/>
                    <a:pt x="79375" y="119062"/>
                  </a:cubicBezTo>
                  <a:cubicBezTo>
                    <a:pt x="62947" y="119062"/>
                    <a:pt x="49609" y="105725"/>
                    <a:pt x="49609" y="89297"/>
                  </a:cubicBezTo>
                  <a:cubicBezTo>
                    <a:pt x="49609" y="72869"/>
                    <a:pt x="62947" y="59531"/>
                    <a:pt x="79375" y="5953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157516" y="525185"/>
              <a:ext cx="138906" cy="158750"/>
            </a:xfrm>
            <a:custGeom>
              <a:avLst/>
              <a:gdLst/>
              <a:ahLst/>
              <a:cxnLst/>
              <a:rect l="l" t="t" r="r" b="b"/>
              <a:pathLst>
                <a:path w="138906" h="158750">
                  <a:moveTo>
                    <a:pt x="79375" y="33889"/>
                  </a:moveTo>
                  <a:lnTo>
                    <a:pt x="79375" y="99219"/>
                  </a:lnTo>
                  <a:cubicBezTo>
                    <a:pt x="79375" y="104707"/>
                    <a:pt x="74941" y="109141"/>
                    <a:pt x="69453" y="109141"/>
                  </a:cubicBezTo>
                  <a:cubicBezTo>
                    <a:pt x="63965" y="109141"/>
                    <a:pt x="59531" y="104707"/>
                    <a:pt x="59531" y="99219"/>
                  </a:cubicBezTo>
                  <a:lnTo>
                    <a:pt x="59531" y="33889"/>
                  </a:lnTo>
                  <a:lnTo>
                    <a:pt x="46695" y="46726"/>
                  </a:lnTo>
                  <a:cubicBezTo>
                    <a:pt x="42819" y="50602"/>
                    <a:pt x="36525" y="50602"/>
                    <a:pt x="32649" y="46726"/>
                  </a:cubicBezTo>
                  <a:cubicBezTo>
                    <a:pt x="28773" y="42850"/>
                    <a:pt x="28773" y="36556"/>
                    <a:pt x="32649" y="32680"/>
                  </a:cubicBezTo>
                  <a:lnTo>
                    <a:pt x="62415" y="2915"/>
                  </a:lnTo>
                  <a:cubicBezTo>
                    <a:pt x="66291" y="-961"/>
                    <a:pt x="72585" y="-961"/>
                    <a:pt x="76460" y="2915"/>
                  </a:cubicBezTo>
                  <a:lnTo>
                    <a:pt x="106226" y="32680"/>
                  </a:lnTo>
                  <a:cubicBezTo>
                    <a:pt x="110102" y="36556"/>
                    <a:pt x="110102" y="42850"/>
                    <a:pt x="106226" y="46726"/>
                  </a:cubicBezTo>
                  <a:cubicBezTo>
                    <a:pt x="102350" y="50602"/>
                    <a:pt x="96056" y="50602"/>
                    <a:pt x="92180" y="46726"/>
                  </a:cubicBezTo>
                  <a:lnTo>
                    <a:pt x="79375" y="33889"/>
                  </a:lnTo>
                  <a:close/>
                  <a:moveTo>
                    <a:pt x="69453" y="124023"/>
                  </a:moveTo>
                  <a:cubicBezTo>
                    <a:pt x="83158" y="124023"/>
                    <a:pt x="94258" y="112923"/>
                    <a:pt x="94258" y="99219"/>
                  </a:cubicBezTo>
                  <a:lnTo>
                    <a:pt x="119062" y="99219"/>
                  </a:lnTo>
                  <a:cubicBezTo>
                    <a:pt x="130008" y="99219"/>
                    <a:pt x="138906" y="108117"/>
                    <a:pt x="138906" y="119062"/>
                  </a:cubicBezTo>
                  <a:lnTo>
                    <a:pt x="138906" y="128984"/>
                  </a:lnTo>
                  <a:cubicBezTo>
                    <a:pt x="138906" y="139929"/>
                    <a:pt x="130008" y="148828"/>
                    <a:pt x="119062" y="148828"/>
                  </a:cubicBezTo>
                  <a:lnTo>
                    <a:pt x="19844" y="148828"/>
                  </a:lnTo>
                  <a:cubicBezTo>
                    <a:pt x="8899" y="148828"/>
                    <a:pt x="0" y="139929"/>
                    <a:pt x="0" y="128984"/>
                  </a:cubicBezTo>
                  <a:lnTo>
                    <a:pt x="0" y="119062"/>
                  </a:lnTo>
                  <a:cubicBezTo>
                    <a:pt x="0" y="108117"/>
                    <a:pt x="8899" y="99219"/>
                    <a:pt x="19844" y="99219"/>
                  </a:cubicBezTo>
                  <a:lnTo>
                    <a:pt x="44648" y="99219"/>
                  </a:lnTo>
                  <a:cubicBezTo>
                    <a:pt x="44648" y="112923"/>
                    <a:pt x="55749" y="124023"/>
                    <a:pt x="69453" y="124023"/>
                  </a:cubicBezTo>
                  <a:close/>
                  <a:moveTo>
                    <a:pt x="114102" y="131465"/>
                  </a:moveTo>
                  <a:cubicBezTo>
                    <a:pt x="118209" y="131465"/>
                    <a:pt x="121543" y="128130"/>
                    <a:pt x="121543" y="124023"/>
                  </a:cubicBezTo>
                  <a:cubicBezTo>
                    <a:pt x="121543" y="119916"/>
                    <a:pt x="118209" y="116582"/>
                    <a:pt x="114102" y="116582"/>
                  </a:cubicBezTo>
                  <a:cubicBezTo>
                    <a:pt x="109995" y="116582"/>
                    <a:pt x="106660" y="119916"/>
                    <a:pt x="106660" y="124023"/>
                  </a:cubicBezTo>
                  <a:cubicBezTo>
                    <a:pt x="106660" y="128130"/>
                    <a:pt x="109995" y="131465"/>
                    <a:pt x="114102" y="131465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5318125" y="747435"/>
              <a:ext cx="1555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Camera Capture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318125" y="937935"/>
              <a:ext cx="15557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| Image Upload</a:t>
              </a:r>
              <a:endParaRPr lang="en-US" sz="12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7607601" y="1098486"/>
            <a:ext cx="175629" cy="158289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4AA"/>
          </a:solidFill>
          <a:ln/>
        </p:spPr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038A02-E8E7-D37D-9E05-C48080277B82}"/>
              </a:ext>
            </a:extLst>
          </p:cNvPr>
          <p:cNvGrpSpPr/>
          <p:nvPr/>
        </p:nvGrpSpPr>
        <p:grpSpPr>
          <a:xfrm>
            <a:off x="6134271" y="1335920"/>
            <a:ext cx="3122286" cy="870591"/>
            <a:chOff x="4826000" y="1636435"/>
            <a:chExt cx="2540000" cy="1047750"/>
          </a:xfrm>
        </p:grpSpPr>
        <p:sp>
          <p:nvSpPr>
            <p:cNvPr id="11" name="Shape 9"/>
            <p:cNvSpPr/>
            <p:nvPr/>
          </p:nvSpPr>
          <p:spPr>
            <a:xfrm>
              <a:off x="4826000" y="1636435"/>
              <a:ext cx="2540000" cy="1047750"/>
            </a:xfrm>
            <a:custGeom>
              <a:avLst/>
              <a:gdLst/>
              <a:ahLst/>
              <a:cxnLst/>
              <a:rect l="l" t="t" r="r" b="b"/>
              <a:pathLst>
                <a:path w="2540000" h="1047750">
                  <a:moveTo>
                    <a:pt x="95251" y="0"/>
                  </a:moveTo>
                  <a:lnTo>
                    <a:pt x="2444749" y="0"/>
                  </a:lnTo>
                  <a:cubicBezTo>
                    <a:pt x="2497355" y="0"/>
                    <a:pt x="2540000" y="42645"/>
                    <a:pt x="2540000" y="95251"/>
                  </a:cubicBezTo>
                  <a:lnTo>
                    <a:pt x="2540000" y="952499"/>
                  </a:lnTo>
                  <a:cubicBezTo>
                    <a:pt x="2540000" y="1005105"/>
                    <a:pt x="2497355" y="1047750"/>
                    <a:pt x="2444749" y="1047750"/>
                  </a:cubicBezTo>
                  <a:lnTo>
                    <a:pt x="95251" y="1047750"/>
                  </a:lnTo>
                  <a:cubicBezTo>
                    <a:pt x="42645" y="1047750"/>
                    <a:pt x="0" y="1005105"/>
                    <a:pt x="0" y="952499"/>
                  </a:cubicBezTo>
                  <a:lnTo>
                    <a:pt x="0" y="95251"/>
                  </a:lnTo>
                  <a:cubicBezTo>
                    <a:pt x="0" y="42681"/>
                    <a:pt x="42681" y="0"/>
                    <a:pt x="9525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/>
                </a:gs>
                <a:gs pos="100000">
                  <a:srgbClr val="0D4F4F">
                    <a:alpha val="90000"/>
                  </a:srgbClr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6026547" y="1763435"/>
              <a:ext cx="138906" cy="158750"/>
            </a:xfrm>
            <a:custGeom>
              <a:avLst/>
              <a:gdLst/>
              <a:ahLst/>
              <a:cxnLst/>
              <a:rect l="l" t="t" r="r" b="b"/>
              <a:pathLst>
                <a:path w="138906" h="158750">
                  <a:moveTo>
                    <a:pt x="19844" y="9922"/>
                  </a:moveTo>
                  <a:cubicBezTo>
                    <a:pt x="8899" y="9922"/>
                    <a:pt x="0" y="18821"/>
                    <a:pt x="0" y="29766"/>
                  </a:cubicBezTo>
                  <a:lnTo>
                    <a:pt x="0" y="128984"/>
                  </a:lnTo>
                  <a:cubicBezTo>
                    <a:pt x="0" y="139929"/>
                    <a:pt x="8899" y="148828"/>
                    <a:pt x="19844" y="148828"/>
                  </a:cubicBezTo>
                  <a:lnTo>
                    <a:pt x="119062" y="148828"/>
                  </a:lnTo>
                  <a:cubicBezTo>
                    <a:pt x="130008" y="148828"/>
                    <a:pt x="138906" y="139929"/>
                    <a:pt x="138906" y="128984"/>
                  </a:cubicBezTo>
                  <a:lnTo>
                    <a:pt x="138906" y="29766"/>
                  </a:lnTo>
                  <a:cubicBezTo>
                    <a:pt x="138906" y="18821"/>
                    <a:pt x="130008" y="9922"/>
                    <a:pt x="119062" y="9922"/>
                  </a:cubicBezTo>
                  <a:lnTo>
                    <a:pt x="19844" y="9922"/>
                  </a:lnTo>
                  <a:close/>
                  <a:moveTo>
                    <a:pt x="39688" y="34727"/>
                  </a:moveTo>
                  <a:cubicBezTo>
                    <a:pt x="47902" y="34727"/>
                    <a:pt x="54570" y="41395"/>
                    <a:pt x="54570" y="49609"/>
                  </a:cubicBezTo>
                  <a:cubicBezTo>
                    <a:pt x="54570" y="57823"/>
                    <a:pt x="47902" y="64492"/>
                    <a:pt x="39688" y="64492"/>
                  </a:cubicBezTo>
                  <a:cubicBezTo>
                    <a:pt x="31473" y="64492"/>
                    <a:pt x="24805" y="57823"/>
                    <a:pt x="24805" y="49609"/>
                  </a:cubicBezTo>
                  <a:cubicBezTo>
                    <a:pt x="24805" y="41395"/>
                    <a:pt x="31473" y="34727"/>
                    <a:pt x="39688" y="34727"/>
                  </a:cubicBezTo>
                  <a:close/>
                  <a:moveTo>
                    <a:pt x="84336" y="69453"/>
                  </a:moveTo>
                  <a:cubicBezTo>
                    <a:pt x="86940" y="69453"/>
                    <a:pt x="89328" y="70817"/>
                    <a:pt x="90692" y="73019"/>
                  </a:cubicBezTo>
                  <a:lnTo>
                    <a:pt x="117977" y="117667"/>
                  </a:lnTo>
                  <a:cubicBezTo>
                    <a:pt x="119373" y="119962"/>
                    <a:pt x="119435" y="122845"/>
                    <a:pt x="118132" y="125202"/>
                  </a:cubicBezTo>
                  <a:cubicBezTo>
                    <a:pt x="116830" y="127558"/>
                    <a:pt x="114319" y="128984"/>
                    <a:pt x="111621" y="128984"/>
                  </a:cubicBezTo>
                  <a:lnTo>
                    <a:pt x="27285" y="128984"/>
                  </a:lnTo>
                  <a:cubicBezTo>
                    <a:pt x="24526" y="128984"/>
                    <a:pt x="21952" y="127434"/>
                    <a:pt x="20681" y="124985"/>
                  </a:cubicBezTo>
                  <a:cubicBezTo>
                    <a:pt x="19410" y="122535"/>
                    <a:pt x="19596" y="119559"/>
                    <a:pt x="21177" y="117295"/>
                  </a:cubicBezTo>
                  <a:lnTo>
                    <a:pt x="38540" y="92490"/>
                  </a:lnTo>
                  <a:cubicBezTo>
                    <a:pt x="39936" y="90506"/>
                    <a:pt x="42199" y="89328"/>
                    <a:pt x="44648" y="89328"/>
                  </a:cubicBezTo>
                  <a:cubicBezTo>
                    <a:pt x="47098" y="89328"/>
                    <a:pt x="49361" y="90506"/>
                    <a:pt x="50757" y="92490"/>
                  </a:cubicBezTo>
                  <a:lnTo>
                    <a:pt x="58942" y="104211"/>
                  </a:lnTo>
                  <a:lnTo>
                    <a:pt x="77980" y="73050"/>
                  </a:lnTo>
                  <a:cubicBezTo>
                    <a:pt x="79344" y="70848"/>
                    <a:pt x="81731" y="69484"/>
                    <a:pt x="84336" y="69484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921250" y="1985685"/>
              <a:ext cx="2349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Image Preprocessing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921250" y="2176185"/>
              <a:ext cx="23495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Decode → RGB → Resize 224×224 → Normalize [0,1]</a:t>
              </a:r>
              <a:endParaRPr lang="en-US" sz="120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7607601" y="2285656"/>
            <a:ext cx="175629" cy="158289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4AA"/>
          </a:solidFill>
          <a:ln/>
        </p:spPr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14C28C5-ED1E-B9E2-C466-13CAD64C38B8}"/>
              </a:ext>
            </a:extLst>
          </p:cNvPr>
          <p:cNvGrpSpPr/>
          <p:nvPr/>
        </p:nvGrpSpPr>
        <p:grpSpPr>
          <a:xfrm>
            <a:off x="6329414" y="2523090"/>
            <a:ext cx="2732000" cy="712302"/>
            <a:chOff x="4984750" y="3065185"/>
            <a:chExt cx="2222500" cy="857250"/>
          </a:xfrm>
        </p:grpSpPr>
        <p:sp>
          <p:nvSpPr>
            <p:cNvPr id="16" name="Shape 14"/>
            <p:cNvSpPr/>
            <p:nvPr/>
          </p:nvSpPr>
          <p:spPr>
            <a:xfrm>
              <a:off x="4984750" y="3065185"/>
              <a:ext cx="2222500" cy="857250"/>
            </a:xfrm>
            <a:custGeom>
              <a:avLst/>
              <a:gdLst/>
              <a:ahLst/>
              <a:cxnLst/>
              <a:rect l="l" t="t" r="r" b="b"/>
              <a:pathLst>
                <a:path w="2222500" h="857250">
                  <a:moveTo>
                    <a:pt x="95249" y="0"/>
                  </a:moveTo>
                  <a:lnTo>
                    <a:pt x="2127251" y="0"/>
                  </a:lnTo>
                  <a:cubicBezTo>
                    <a:pt x="2179856" y="0"/>
                    <a:pt x="2222500" y="42644"/>
                    <a:pt x="2222500" y="95249"/>
                  </a:cubicBezTo>
                  <a:lnTo>
                    <a:pt x="2222500" y="762001"/>
                  </a:lnTo>
                  <a:cubicBezTo>
                    <a:pt x="2222500" y="814606"/>
                    <a:pt x="2179856" y="857250"/>
                    <a:pt x="2127251" y="857250"/>
                  </a:cubicBezTo>
                  <a:lnTo>
                    <a:pt x="95249" y="857250"/>
                  </a:lnTo>
                  <a:cubicBezTo>
                    <a:pt x="42644" y="857250"/>
                    <a:pt x="0" y="814606"/>
                    <a:pt x="0" y="762001"/>
                  </a:cubicBezTo>
                  <a:lnTo>
                    <a:pt x="0" y="95249"/>
                  </a:lnTo>
                  <a:cubicBezTo>
                    <a:pt x="0" y="42680"/>
                    <a:pt x="42680" y="0"/>
                    <a:pt x="9524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59E0B"/>
                </a:gs>
                <a:gs pos="100000">
                  <a:srgbClr val="F59E0B">
                    <a:alpha val="80000"/>
                  </a:srgbClr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6016625" y="3192185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12402" y="14883"/>
                  </a:moveTo>
                  <a:cubicBezTo>
                    <a:pt x="8279" y="14883"/>
                    <a:pt x="4961" y="18200"/>
                    <a:pt x="4961" y="22324"/>
                  </a:cubicBezTo>
                  <a:lnTo>
                    <a:pt x="4961" y="37207"/>
                  </a:lnTo>
                  <a:cubicBezTo>
                    <a:pt x="4961" y="41331"/>
                    <a:pt x="8279" y="44648"/>
                    <a:pt x="12402" y="44648"/>
                  </a:cubicBezTo>
                  <a:lnTo>
                    <a:pt x="27285" y="44648"/>
                  </a:lnTo>
                  <a:cubicBezTo>
                    <a:pt x="31409" y="44648"/>
                    <a:pt x="34727" y="41331"/>
                    <a:pt x="34727" y="37207"/>
                  </a:cubicBezTo>
                  <a:lnTo>
                    <a:pt x="34727" y="22324"/>
                  </a:lnTo>
                  <a:cubicBezTo>
                    <a:pt x="34727" y="18200"/>
                    <a:pt x="31409" y="14883"/>
                    <a:pt x="27285" y="14883"/>
                  </a:cubicBezTo>
                  <a:lnTo>
                    <a:pt x="12402" y="14883"/>
                  </a:lnTo>
                  <a:close/>
                  <a:moveTo>
                    <a:pt x="59531" y="19844"/>
                  </a:moveTo>
                  <a:cubicBezTo>
                    <a:pt x="54043" y="19844"/>
                    <a:pt x="49609" y="24278"/>
                    <a:pt x="49609" y="29766"/>
                  </a:cubicBezTo>
                  <a:cubicBezTo>
                    <a:pt x="49609" y="35254"/>
                    <a:pt x="54043" y="39688"/>
                    <a:pt x="59531" y="39688"/>
                  </a:cubicBezTo>
                  <a:lnTo>
                    <a:pt x="148828" y="39688"/>
                  </a:lnTo>
                  <a:cubicBezTo>
                    <a:pt x="154316" y="39688"/>
                    <a:pt x="158750" y="35254"/>
                    <a:pt x="158750" y="29766"/>
                  </a:cubicBezTo>
                  <a:cubicBezTo>
                    <a:pt x="158750" y="24278"/>
                    <a:pt x="154316" y="19844"/>
                    <a:pt x="148828" y="19844"/>
                  </a:cubicBezTo>
                  <a:lnTo>
                    <a:pt x="59531" y="19844"/>
                  </a:lnTo>
                  <a:close/>
                  <a:moveTo>
                    <a:pt x="59531" y="69453"/>
                  </a:moveTo>
                  <a:cubicBezTo>
                    <a:pt x="54043" y="69453"/>
                    <a:pt x="49609" y="73887"/>
                    <a:pt x="49609" y="79375"/>
                  </a:cubicBezTo>
                  <a:cubicBezTo>
                    <a:pt x="49609" y="84863"/>
                    <a:pt x="54043" y="89297"/>
                    <a:pt x="59531" y="89297"/>
                  </a:cubicBezTo>
                  <a:lnTo>
                    <a:pt x="148828" y="89297"/>
                  </a:lnTo>
                  <a:cubicBezTo>
                    <a:pt x="154316" y="89297"/>
                    <a:pt x="158750" y="84863"/>
                    <a:pt x="158750" y="79375"/>
                  </a:cubicBezTo>
                  <a:cubicBezTo>
                    <a:pt x="158750" y="73887"/>
                    <a:pt x="154316" y="69453"/>
                    <a:pt x="148828" y="69453"/>
                  </a:cubicBezTo>
                  <a:lnTo>
                    <a:pt x="59531" y="69453"/>
                  </a:lnTo>
                  <a:close/>
                  <a:moveTo>
                    <a:pt x="59531" y="119062"/>
                  </a:moveTo>
                  <a:cubicBezTo>
                    <a:pt x="54043" y="119062"/>
                    <a:pt x="49609" y="123496"/>
                    <a:pt x="49609" y="128984"/>
                  </a:cubicBezTo>
                  <a:cubicBezTo>
                    <a:pt x="49609" y="134472"/>
                    <a:pt x="54043" y="138906"/>
                    <a:pt x="59531" y="138906"/>
                  </a:cubicBezTo>
                  <a:lnTo>
                    <a:pt x="148828" y="138906"/>
                  </a:lnTo>
                  <a:cubicBezTo>
                    <a:pt x="154316" y="138906"/>
                    <a:pt x="158750" y="134472"/>
                    <a:pt x="158750" y="128984"/>
                  </a:cubicBezTo>
                  <a:cubicBezTo>
                    <a:pt x="158750" y="123496"/>
                    <a:pt x="154316" y="119062"/>
                    <a:pt x="148828" y="119062"/>
                  </a:cubicBezTo>
                  <a:lnTo>
                    <a:pt x="59531" y="119062"/>
                  </a:lnTo>
                  <a:close/>
                  <a:moveTo>
                    <a:pt x="4961" y="71934"/>
                  </a:moveTo>
                  <a:lnTo>
                    <a:pt x="4961" y="86816"/>
                  </a:lnTo>
                  <a:cubicBezTo>
                    <a:pt x="4961" y="90940"/>
                    <a:pt x="8279" y="94258"/>
                    <a:pt x="12402" y="94258"/>
                  </a:cubicBezTo>
                  <a:lnTo>
                    <a:pt x="27285" y="94258"/>
                  </a:lnTo>
                  <a:cubicBezTo>
                    <a:pt x="31409" y="94258"/>
                    <a:pt x="34727" y="90940"/>
                    <a:pt x="34727" y="86816"/>
                  </a:cubicBezTo>
                  <a:lnTo>
                    <a:pt x="34727" y="71934"/>
                  </a:lnTo>
                  <a:cubicBezTo>
                    <a:pt x="34727" y="67810"/>
                    <a:pt x="31409" y="64492"/>
                    <a:pt x="27285" y="64492"/>
                  </a:cubicBezTo>
                  <a:lnTo>
                    <a:pt x="12402" y="64492"/>
                  </a:lnTo>
                  <a:cubicBezTo>
                    <a:pt x="8279" y="64492"/>
                    <a:pt x="4961" y="67810"/>
                    <a:pt x="4961" y="71934"/>
                  </a:cubicBezTo>
                  <a:close/>
                  <a:moveTo>
                    <a:pt x="12402" y="114102"/>
                  </a:moveTo>
                  <a:cubicBezTo>
                    <a:pt x="8279" y="114102"/>
                    <a:pt x="4961" y="117419"/>
                    <a:pt x="4961" y="121543"/>
                  </a:cubicBezTo>
                  <a:lnTo>
                    <a:pt x="4961" y="136426"/>
                  </a:lnTo>
                  <a:cubicBezTo>
                    <a:pt x="4961" y="140550"/>
                    <a:pt x="8279" y="143867"/>
                    <a:pt x="12402" y="143867"/>
                  </a:cubicBezTo>
                  <a:lnTo>
                    <a:pt x="27285" y="143867"/>
                  </a:lnTo>
                  <a:cubicBezTo>
                    <a:pt x="31409" y="143867"/>
                    <a:pt x="34727" y="140550"/>
                    <a:pt x="34727" y="136426"/>
                  </a:cubicBezTo>
                  <a:lnTo>
                    <a:pt x="34727" y="121543"/>
                  </a:lnTo>
                  <a:cubicBezTo>
                    <a:pt x="34727" y="117419"/>
                    <a:pt x="31409" y="114102"/>
                    <a:pt x="27285" y="114102"/>
                  </a:cubicBezTo>
                  <a:lnTo>
                    <a:pt x="12402" y="114102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5080000" y="3414435"/>
              <a:ext cx="2032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Module Selection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080000" y="3604935"/>
              <a:ext cx="2032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Eye | Face | Nail</a:t>
              </a:r>
              <a:endParaRPr lang="en-US" sz="12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7607601" y="3314537"/>
            <a:ext cx="175629" cy="158289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4AA"/>
          </a:solidFill>
          <a:ln/>
        </p:spPr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2278778-6A6F-08C3-FE07-8BC89C54DAB1}"/>
              </a:ext>
            </a:extLst>
          </p:cNvPr>
          <p:cNvGrpSpPr/>
          <p:nvPr/>
        </p:nvGrpSpPr>
        <p:grpSpPr>
          <a:xfrm>
            <a:off x="4612157" y="3551971"/>
            <a:ext cx="1951429" cy="870591"/>
            <a:chOff x="3587750" y="4303435"/>
            <a:chExt cx="1587500" cy="1047750"/>
          </a:xfrm>
        </p:grpSpPr>
        <p:sp>
          <p:nvSpPr>
            <p:cNvPr id="21" name="Shape 19"/>
            <p:cNvSpPr/>
            <p:nvPr/>
          </p:nvSpPr>
          <p:spPr>
            <a:xfrm>
              <a:off x="3587750" y="4303435"/>
              <a:ext cx="1587500" cy="1047750"/>
            </a:xfrm>
            <a:custGeom>
              <a:avLst/>
              <a:gdLst/>
              <a:ahLst/>
              <a:cxnLst/>
              <a:rect l="l" t="t" r="r" b="b"/>
              <a:pathLst>
                <a:path w="1587500" h="1047750">
                  <a:moveTo>
                    <a:pt x="95251" y="0"/>
                  </a:moveTo>
                  <a:lnTo>
                    <a:pt x="1492249" y="0"/>
                  </a:lnTo>
                  <a:cubicBezTo>
                    <a:pt x="1544855" y="0"/>
                    <a:pt x="1587500" y="42645"/>
                    <a:pt x="1587500" y="95251"/>
                  </a:cubicBezTo>
                  <a:lnTo>
                    <a:pt x="1587500" y="952499"/>
                  </a:lnTo>
                  <a:cubicBezTo>
                    <a:pt x="1587500" y="1005105"/>
                    <a:pt x="1544855" y="1047750"/>
                    <a:pt x="1492249" y="1047750"/>
                  </a:cubicBezTo>
                  <a:lnTo>
                    <a:pt x="95251" y="1047750"/>
                  </a:lnTo>
                  <a:cubicBezTo>
                    <a:pt x="42645" y="1047750"/>
                    <a:pt x="0" y="1005105"/>
                    <a:pt x="0" y="952499"/>
                  </a:cubicBezTo>
                  <a:lnTo>
                    <a:pt x="0" y="95251"/>
                  </a:lnTo>
                  <a:cubicBezTo>
                    <a:pt x="0" y="42681"/>
                    <a:pt x="42681" y="0"/>
                    <a:pt x="9525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/>
                </a:gs>
                <a:gs pos="100000">
                  <a:srgbClr val="0D4F4F">
                    <a:alpha val="90000"/>
                  </a:srgbClr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292203" y="4430435"/>
              <a:ext cx="178594" cy="158750"/>
            </a:xfrm>
            <a:custGeom>
              <a:avLst/>
              <a:gdLst/>
              <a:ahLst/>
              <a:cxnLst/>
              <a:rect l="l" t="t" r="r" b="b"/>
              <a:pathLst>
                <a:path w="178594" h="158750">
                  <a:moveTo>
                    <a:pt x="89297" y="9922"/>
                  </a:moveTo>
                  <a:cubicBezTo>
                    <a:pt x="64244" y="9922"/>
                    <a:pt x="44183" y="21332"/>
                    <a:pt x="29580" y="34913"/>
                  </a:cubicBezTo>
                  <a:cubicBezTo>
                    <a:pt x="15069" y="48400"/>
                    <a:pt x="5364" y="64492"/>
                    <a:pt x="744" y="75561"/>
                  </a:cubicBezTo>
                  <a:cubicBezTo>
                    <a:pt x="-279" y="78011"/>
                    <a:pt x="-279" y="80739"/>
                    <a:pt x="744" y="83189"/>
                  </a:cubicBezTo>
                  <a:cubicBezTo>
                    <a:pt x="5364" y="94258"/>
                    <a:pt x="15069" y="110381"/>
                    <a:pt x="29580" y="123837"/>
                  </a:cubicBezTo>
                  <a:cubicBezTo>
                    <a:pt x="44183" y="137387"/>
                    <a:pt x="64244" y="148828"/>
                    <a:pt x="89297" y="148828"/>
                  </a:cubicBezTo>
                  <a:cubicBezTo>
                    <a:pt x="114350" y="148828"/>
                    <a:pt x="134410" y="137418"/>
                    <a:pt x="149014" y="123837"/>
                  </a:cubicBezTo>
                  <a:cubicBezTo>
                    <a:pt x="163525" y="110350"/>
                    <a:pt x="173230" y="94258"/>
                    <a:pt x="177850" y="83189"/>
                  </a:cubicBezTo>
                  <a:cubicBezTo>
                    <a:pt x="178873" y="80739"/>
                    <a:pt x="178873" y="78011"/>
                    <a:pt x="177850" y="75561"/>
                  </a:cubicBezTo>
                  <a:cubicBezTo>
                    <a:pt x="173230" y="64492"/>
                    <a:pt x="163525" y="48369"/>
                    <a:pt x="149014" y="34913"/>
                  </a:cubicBezTo>
                  <a:cubicBezTo>
                    <a:pt x="134410" y="21363"/>
                    <a:pt x="114350" y="9922"/>
                    <a:pt x="89297" y="9922"/>
                  </a:cubicBezTo>
                  <a:close/>
                  <a:moveTo>
                    <a:pt x="44648" y="79375"/>
                  </a:moveTo>
                  <a:cubicBezTo>
                    <a:pt x="44648" y="54733"/>
                    <a:pt x="64655" y="34727"/>
                    <a:pt x="89297" y="34727"/>
                  </a:cubicBezTo>
                  <a:cubicBezTo>
                    <a:pt x="113939" y="34727"/>
                    <a:pt x="133945" y="54733"/>
                    <a:pt x="133945" y="79375"/>
                  </a:cubicBezTo>
                  <a:cubicBezTo>
                    <a:pt x="133945" y="104017"/>
                    <a:pt x="113939" y="124023"/>
                    <a:pt x="89297" y="124023"/>
                  </a:cubicBezTo>
                  <a:cubicBezTo>
                    <a:pt x="64655" y="124023"/>
                    <a:pt x="44648" y="104017"/>
                    <a:pt x="44648" y="79375"/>
                  </a:cubicBezTo>
                  <a:close/>
                  <a:moveTo>
                    <a:pt x="89297" y="59531"/>
                  </a:moveTo>
                  <a:cubicBezTo>
                    <a:pt x="89297" y="70476"/>
                    <a:pt x="80398" y="79375"/>
                    <a:pt x="69453" y="79375"/>
                  </a:cubicBezTo>
                  <a:cubicBezTo>
                    <a:pt x="65887" y="79375"/>
                    <a:pt x="62539" y="78445"/>
                    <a:pt x="59624" y="76771"/>
                  </a:cubicBezTo>
                  <a:cubicBezTo>
                    <a:pt x="59314" y="80150"/>
                    <a:pt x="59593" y="83623"/>
                    <a:pt x="60523" y="87064"/>
                  </a:cubicBezTo>
                  <a:cubicBezTo>
                    <a:pt x="64771" y="102939"/>
                    <a:pt x="81111" y="112365"/>
                    <a:pt x="96986" y="108117"/>
                  </a:cubicBezTo>
                  <a:cubicBezTo>
                    <a:pt x="112861" y="103870"/>
                    <a:pt x="122287" y="87530"/>
                    <a:pt x="118039" y="71655"/>
                  </a:cubicBezTo>
                  <a:cubicBezTo>
                    <a:pt x="114257" y="57485"/>
                    <a:pt x="100831" y="48462"/>
                    <a:pt x="86692" y="49702"/>
                  </a:cubicBezTo>
                  <a:cubicBezTo>
                    <a:pt x="88336" y="52586"/>
                    <a:pt x="89297" y="55935"/>
                    <a:pt x="89297" y="59531"/>
                  </a:cubicBez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3683000" y="46526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Eye Detection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683000" y="48431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Haar Cascade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683000" y="50336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Face→Eye→Crop</a:t>
              </a:r>
              <a:endParaRPr lang="en-US" sz="12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5CEFDC4-939F-B260-B3DA-88B4DAD55F47}"/>
              </a:ext>
            </a:extLst>
          </p:cNvPr>
          <p:cNvGrpSpPr/>
          <p:nvPr/>
        </p:nvGrpSpPr>
        <p:grpSpPr>
          <a:xfrm>
            <a:off x="6719700" y="3551971"/>
            <a:ext cx="1951429" cy="870591"/>
            <a:chOff x="5302250" y="4303435"/>
            <a:chExt cx="1587500" cy="1047750"/>
          </a:xfrm>
        </p:grpSpPr>
        <p:sp>
          <p:nvSpPr>
            <p:cNvPr id="26" name="Shape 24"/>
            <p:cNvSpPr/>
            <p:nvPr/>
          </p:nvSpPr>
          <p:spPr>
            <a:xfrm>
              <a:off x="5302250" y="4303435"/>
              <a:ext cx="1587500" cy="1047750"/>
            </a:xfrm>
            <a:custGeom>
              <a:avLst/>
              <a:gdLst/>
              <a:ahLst/>
              <a:cxnLst/>
              <a:rect l="l" t="t" r="r" b="b"/>
              <a:pathLst>
                <a:path w="1587500" h="1047750">
                  <a:moveTo>
                    <a:pt x="95251" y="0"/>
                  </a:moveTo>
                  <a:lnTo>
                    <a:pt x="1492249" y="0"/>
                  </a:lnTo>
                  <a:cubicBezTo>
                    <a:pt x="1544855" y="0"/>
                    <a:pt x="1587500" y="42645"/>
                    <a:pt x="1587500" y="95251"/>
                  </a:cubicBezTo>
                  <a:lnTo>
                    <a:pt x="1587500" y="952499"/>
                  </a:lnTo>
                  <a:cubicBezTo>
                    <a:pt x="1587500" y="1005105"/>
                    <a:pt x="1544855" y="1047750"/>
                    <a:pt x="1492249" y="1047750"/>
                  </a:cubicBezTo>
                  <a:lnTo>
                    <a:pt x="95251" y="1047750"/>
                  </a:lnTo>
                  <a:cubicBezTo>
                    <a:pt x="42645" y="1047750"/>
                    <a:pt x="0" y="1005105"/>
                    <a:pt x="0" y="952499"/>
                  </a:cubicBezTo>
                  <a:lnTo>
                    <a:pt x="0" y="95251"/>
                  </a:lnTo>
                  <a:cubicBezTo>
                    <a:pt x="0" y="42681"/>
                    <a:pt x="42681" y="0"/>
                    <a:pt x="9525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/>
                </a:gs>
                <a:gs pos="100000">
                  <a:srgbClr val="14B8A6"/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6026547" y="4430435"/>
              <a:ext cx="138906" cy="158750"/>
            </a:xfrm>
            <a:custGeom>
              <a:avLst/>
              <a:gdLst/>
              <a:ahLst/>
              <a:cxnLst/>
              <a:rect l="l" t="t" r="r" b="b"/>
              <a:pathLst>
                <a:path w="138906" h="158750">
                  <a:moveTo>
                    <a:pt x="69453" y="76895"/>
                  </a:moveTo>
                  <a:cubicBezTo>
                    <a:pt x="89988" y="76895"/>
                    <a:pt x="106660" y="60223"/>
                    <a:pt x="106660" y="39688"/>
                  </a:cubicBezTo>
                  <a:cubicBezTo>
                    <a:pt x="106660" y="19152"/>
                    <a:pt x="89988" y="2480"/>
                    <a:pt x="69453" y="2480"/>
                  </a:cubicBezTo>
                  <a:cubicBezTo>
                    <a:pt x="48918" y="2480"/>
                    <a:pt x="32246" y="19152"/>
                    <a:pt x="32246" y="39688"/>
                  </a:cubicBezTo>
                  <a:cubicBezTo>
                    <a:pt x="32246" y="60223"/>
                    <a:pt x="48918" y="76895"/>
                    <a:pt x="69453" y="76895"/>
                  </a:cubicBezTo>
                  <a:close/>
                  <a:moveTo>
                    <a:pt x="60244" y="94258"/>
                  </a:moveTo>
                  <a:cubicBezTo>
                    <a:pt x="29704" y="94258"/>
                    <a:pt x="4961" y="119000"/>
                    <a:pt x="4961" y="149541"/>
                  </a:cubicBezTo>
                  <a:cubicBezTo>
                    <a:pt x="4961" y="154626"/>
                    <a:pt x="9085" y="158750"/>
                    <a:pt x="14170" y="158750"/>
                  </a:cubicBezTo>
                  <a:lnTo>
                    <a:pt x="124737" y="158750"/>
                  </a:lnTo>
                  <a:cubicBezTo>
                    <a:pt x="129822" y="158750"/>
                    <a:pt x="133945" y="154626"/>
                    <a:pt x="133945" y="149541"/>
                  </a:cubicBezTo>
                  <a:cubicBezTo>
                    <a:pt x="133945" y="119000"/>
                    <a:pt x="109203" y="94258"/>
                    <a:pt x="78662" y="94258"/>
                  </a:cubicBezTo>
                  <a:lnTo>
                    <a:pt x="60244" y="94258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5397500" y="46526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Face Model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97500" y="48431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EfficientNetB0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397500" y="50336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5-class Softmax</a:t>
              </a:r>
              <a:endParaRPr lang="en-US" sz="120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17D6BC7-CA54-6AA7-50A8-6BD6DD0C5ACE}"/>
              </a:ext>
            </a:extLst>
          </p:cNvPr>
          <p:cNvGrpSpPr/>
          <p:nvPr/>
        </p:nvGrpSpPr>
        <p:grpSpPr>
          <a:xfrm>
            <a:off x="8827243" y="3557997"/>
            <a:ext cx="1951429" cy="870591"/>
            <a:chOff x="7016750" y="4310687"/>
            <a:chExt cx="1587500" cy="1047750"/>
          </a:xfrm>
        </p:grpSpPr>
        <p:sp>
          <p:nvSpPr>
            <p:cNvPr id="31" name="Shape 29"/>
            <p:cNvSpPr/>
            <p:nvPr/>
          </p:nvSpPr>
          <p:spPr>
            <a:xfrm>
              <a:off x="7016750" y="4310687"/>
              <a:ext cx="1587500" cy="1047750"/>
            </a:xfrm>
            <a:custGeom>
              <a:avLst/>
              <a:gdLst/>
              <a:ahLst/>
              <a:cxnLst/>
              <a:rect l="l" t="t" r="r" b="b"/>
              <a:pathLst>
                <a:path w="1587500" h="1047750">
                  <a:moveTo>
                    <a:pt x="95251" y="0"/>
                  </a:moveTo>
                  <a:lnTo>
                    <a:pt x="1492249" y="0"/>
                  </a:lnTo>
                  <a:cubicBezTo>
                    <a:pt x="1544855" y="0"/>
                    <a:pt x="1587500" y="42645"/>
                    <a:pt x="1587500" y="95251"/>
                  </a:cubicBezTo>
                  <a:lnTo>
                    <a:pt x="1587500" y="952499"/>
                  </a:lnTo>
                  <a:cubicBezTo>
                    <a:pt x="1587500" y="1005105"/>
                    <a:pt x="1544855" y="1047750"/>
                    <a:pt x="1492249" y="1047750"/>
                  </a:cubicBezTo>
                  <a:lnTo>
                    <a:pt x="95251" y="1047750"/>
                  </a:lnTo>
                  <a:cubicBezTo>
                    <a:pt x="42645" y="1047750"/>
                    <a:pt x="0" y="1005105"/>
                    <a:pt x="0" y="952499"/>
                  </a:cubicBezTo>
                  <a:lnTo>
                    <a:pt x="0" y="95251"/>
                  </a:lnTo>
                  <a:cubicBezTo>
                    <a:pt x="0" y="42681"/>
                    <a:pt x="42681" y="0"/>
                    <a:pt x="9525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D4F4F"/>
                </a:gs>
                <a:gs pos="100000">
                  <a:srgbClr val="0D4F4F">
                    <a:alpha val="90000"/>
                  </a:srgbClr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2" name="Shape 30"/>
            <p:cNvSpPr/>
            <p:nvPr/>
          </p:nvSpPr>
          <p:spPr>
            <a:xfrm>
              <a:off x="7711281" y="4430435"/>
              <a:ext cx="198438" cy="158750"/>
            </a:xfrm>
            <a:custGeom>
              <a:avLst/>
              <a:gdLst/>
              <a:ahLst/>
              <a:cxnLst/>
              <a:rect l="l" t="t" r="r" b="b"/>
              <a:pathLst>
                <a:path w="198438" h="158750">
                  <a:moveTo>
                    <a:pt x="99219" y="0"/>
                  </a:moveTo>
                  <a:cubicBezTo>
                    <a:pt x="104707" y="0"/>
                    <a:pt x="109141" y="4434"/>
                    <a:pt x="109141" y="9922"/>
                  </a:cubicBezTo>
                  <a:lnTo>
                    <a:pt x="109141" y="74414"/>
                  </a:lnTo>
                  <a:cubicBezTo>
                    <a:pt x="109141" y="77143"/>
                    <a:pt x="111373" y="79375"/>
                    <a:pt x="114102" y="79375"/>
                  </a:cubicBezTo>
                  <a:cubicBezTo>
                    <a:pt x="116830" y="79375"/>
                    <a:pt x="119062" y="77143"/>
                    <a:pt x="119062" y="74414"/>
                  </a:cubicBezTo>
                  <a:lnTo>
                    <a:pt x="119062" y="19844"/>
                  </a:lnTo>
                  <a:cubicBezTo>
                    <a:pt x="119062" y="14356"/>
                    <a:pt x="123496" y="9922"/>
                    <a:pt x="128984" y="9922"/>
                  </a:cubicBezTo>
                  <a:cubicBezTo>
                    <a:pt x="134472" y="9922"/>
                    <a:pt x="138906" y="14356"/>
                    <a:pt x="138906" y="19844"/>
                  </a:cubicBezTo>
                  <a:lnTo>
                    <a:pt x="138906" y="74414"/>
                  </a:lnTo>
                  <a:cubicBezTo>
                    <a:pt x="138906" y="77143"/>
                    <a:pt x="141139" y="79375"/>
                    <a:pt x="143867" y="79375"/>
                  </a:cubicBezTo>
                  <a:cubicBezTo>
                    <a:pt x="146596" y="79375"/>
                    <a:pt x="148828" y="77143"/>
                    <a:pt x="148828" y="74414"/>
                  </a:cubicBezTo>
                  <a:lnTo>
                    <a:pt x="148828" y="39688"/>
                  </a:lnTo>
                  <a:cubicBezTo>
                    <a:pt x="148828" y="34199"/>
                    <a:pt x="153262" y="29766"/>
                    <a:pt x="158750" y="29766"/>
                  </a:cubicBezTo>
                  <a:cubicBezTo>
                    <a:pt x="164238" y="29766"/>
                    <a:pt x="168672" y="34199"/>
                    <a:pt x="168672" y="39688"/>
                  </a:cubicBezTo>
                  <a:lnTo>
                    <a:pt x="168672" y="94940"/>
                  </a:lnTo>
                  <a:cubicBezTo>
                    <a:pt x="162719" y="96614"/>
                    <a:pt x="157913" y="101265"/>
                    <a:pt x="156146" y="107435"/>
                  </a:cubicBezTo>
                  <a:lnTo>
                    <a:pt x="154130" y="114474"/>
                  </a:lnTo>
                  <a:lnTo>
                    <a:pt x="147092" y="116489"/>
                  </a:lnTo>
                  <a:cubicBezTo>
                    <a:pt x="139278" y="118721"/>
                    <a:pt x="133914" y="125853"/>
                    <a:pt x="133914" y="133976"/>
                  </a:cubicBezTo>
                  <a:cubicBezTo>
                    <a:pt x="133914" y="140829"/>
                    <a:pt x="137759" y="146999"/>
                    <a:pt x="143650" y="150068"/>
                  </a:cubicBezTo>
                  <a:cubicBezTo>
                    <a:pt x="135124" y="155587"/>
                    <a:pt x="124985" y="158781"/>
                    <a:pt x="114071" y="158781"/>
                  </a:cubicBezTo>
                  <a:lnTo>
                    <a:pt x="108117" y="158781"/>
                  </a:lnTo>
                  <a:cubicBezTo>
                    <a:pt x="89638" y="158781"/>
                    <a:pt x="71872" y="151681"/>
                    <a:pt x="58508" y="138937"/>
                  </a:cubicBezTo>
                  <a:lnTo>
                    <a:pt x="23688" y="105730"/>
                  </a:lnTo>
                  <a:cubicBezTo>
                    <a:pt x="18728" y="101017"/>
                    <a:pt x="18542" y="93142"/>
                    <a:pt x="23254" y="88181"/>
                  </a:cubicBezTo>
                  <a:cubicBezTo>
                    <a:pt x="27967" y="83220"/>
                    <a:pt x="35843" y="83034"/>
                    <a:pt x="40804" y="87747"/>
                  </a:cubicBezTo>
                  <a:lnTo>
                    <a:pt x="59562" y="105606"/>
                  </a:lnTo>
                  <a:cubicBezTo>
                    <a:pt x="59562" y="105141"/>
                    <a:pt x="59531" y="104645"/>
                    <a:pt x="59531" y="104180"/>
                  </a:cubicBezTo>
                  <a:lnTo>
                    <a:pt x="59531" y="19844"/>
                  </a:lnTo>
                  <a:cubicBezTo>
                    <a:pt x="59531" y="14356"/>
                    <a:pt x="63965" y="9922"/>
                    <a:pt x="69453" y="9922"/>
                  </a:cubicBezTo>
                  <a:cubicBezTo>
                    <a:pt x="74941" y="9922"/>
                    <a:pt x="79375" y="14356"/>
                    <a:pt x="79375" y="19844"/>
                  </a:cubicBezTo>
                  <a:lnTo>
                    <a:pt x="79375" y="74414"/>
                  </a:lnTo>
                  <a:cubicBezTo>
                    <a:pt x="79375" y="77143"/>
                    <a:pt x="81607" y="79375"/>
                    <a:pt x="84336" y="79375"/>
                  </a:cubicBezTo>
                  <a:cubicBezTo>
                    <a:pt x="87064" y="79375"/>
                    <a:pt x="89297" y="77143"/>
                    <a:pt x="89297" y="74414"/>
                  </a:cubicBezTo>
                  <a:lnTo>
                    <a:pt x="89297" y="9922"/>
                  </a:lnTo>
                  <a:cubicBezTo>
                    <a:pt x="89297" y="4434"/>
                    <a:pt x="93731" y="0"/>
                    <a:pt x="99219" y="0"/>
                  </a:cubicBezTo>
                  <a:close/>
                  <a:moveTo>
                    <a:pt x="96955" y="101265"/>
                  </a:moveTo>
                  <a:cubicBezTo>
                    <a:pt x="96614" y="100056"/>
                    <a:pt x="95498" y="99219"/>
                    <a:pt x="94258" y="99219"/>
                  </a:cubicBezTo>
                  <a:cubicBezTo>
                    <a:pt x="93018" y="99219"/>
                    <a:pt x="91901" y="100056"/>
                    <a:pt x="91560" y="101265"/>
                  </a:cubicBezTo>
                  <a:lnTo>
                    <a:pt x="89297" y="109141"/>
                  </a:lnTo>
                  <a:lnTo>
                    <a:pt x="81421" y="111404"/>
                  </a:lnTo>
                  <a:cubicBezTo>
                    <a:pt x="80212" y="111745"/>
                    <a:pt x="79375" y="112861"/>
                    <a:pt x="79375" y="114102"/>
                  </a:cubicBezTo>
                  <a:cubicBezTo>
                    <a:pt x="79375" y="115342"/>
                    <a:pt x="80212" y="116458"/>
                    <a:pt x="81421" y="116799"/>
                  </a:cubicBezTo>
                  <a:lnTo>
                    <a:pt x="89297" y="119062"/>
                  </a:lnTo>
                  <a:lnTo>
                    <a:pt x="91560" y="126938"/>
                  </a:lnTo>
                  <a:cubicBezTo>
                    <a:pt x="91901" y="128147"/>
                    <a:pt x="93018" y="128984"/>
                    <a:pt x="94258" y="128984"/>
                  </a:cubicBezTo>
                  <a:cubicBezTo>
                    <a:pt x="95498" y="128984"/>
                    <a:pt x="96614" y="128147"/>
                    <a:pt x="96955" y="126938"/>
                  </a:cubicBezTo>
                  <a:lnTo>
                    <a:pt x="99219" y="119062"/>
                  </a:lnTo>
                  <a:lnTo>
                    <a:pt x="107094" y="116799"/>
                  </a:lnTo>
                  <a:cubicBezTo>
                    <a:pt x="108303" y="116458"/>
                    <a:pt x="109141" y="115342"/>
                    <a:pt x="109141" y="114102"/>
                  </a:cubicBezTo>
                  <a:cubicBezTo>
                    <a:pt x="109141" y="112861"/>
                    <a:pt x="108303" y="111745"/>
                    <a:pt x="107094" y="111404"/>
                  </a:cubicBezTo>
                  <a:lnTo>
                    <a:pt x="99219" y="109141"/>
                  </a:lnTo>
                  <a:lnTo>
                    <a:pt x="96955" y="101265"/>
                  </a:lnTo>
                  <a:close/>
                  <a:moveTo>
                    <a:pt x="32246" y="37207"/>
                  </a:moveTo>
                  <a:lnTo>
                    <a:pt x="47222" y="41486"/>
                  </a:lnTo>
                  <a:cubicBezTo>
                    <a:pt x="48648" y="41889"/>
                    <a:pt x="49609" y="43191"/>
                    <a:pt x="49609" y="44648"/>
                  </a:cubicBezTo>
                  <a:cubicBezTo>
                    <a:pt x="49609" y="46106"/>
                    <a:pt x="48648" y="47408"/>
                    <a:pt x="47222" y="47811"/>
                  </a:cubicBezTo>
                  <a:lnTo>
                    <a:pt x="32246" y="52090"/>
                  </a:lnTo>
                  <a:lnTo>
                    <a:pt x="27967" y="67066"/>
                  </a:lnTo>
                  <a:cubicBezTo>
                    <a:pt x="27564" y="68492"/>
                    <a:pt x="26262" y="69453"/>
                    <a:pt x="24805" y="69453"/>
                  </a:cubicBezTo>
                  <a:cubicBezTo>
                    <a:pt x="23347" y="69453"/>
                    <a:pt x="22045" y="68492"/>
                    <a:pt x="21642" y="67066"/>
                  </a:cubicBezTo>
                  <a:lnTo>
                    <a:pt x="17363" y="52090"/>
                  </a:lnTo>
                  <a:lnTo>
                    <a:pt x="2387" y="47811"/>
                  </a:lnTo>
                  <a:cubicBezTo>
                    <a:pt x="961" y="47408"/>
                    <a:pt x="0" y="46106"/>
                    <a:pt x="0" y="44648"/>
                  </a:cubicBezTo>
                  <a:cubicBezTo>
                    <a:pt x="0" y="43191"/>
                    <a:pt x="961" y="41889"/>
                    <a:pt x="2387" y="41486"/>
                  </a:cubicBezTo>
                  <a:lnTo>
                    <a:pt x="17363" y="37207"/>
                  </a:lnTo>
                  <a:lnTo>
                    <a:pt x="21642" y="22231"/>
                  </a:lnTo>
                  <a:cubicBezTo>
                    <a:pt x="22045" y="20805"/>
                    <a:pt x="23347" y="19844"/>
                    <a:pt x="24805" y="19844"/>
                  </a:cubicBezTo>
                  <a:cubicBezTo>
                    <a:pt x="26262" y="19844"/>
                    <a:pt x="27564" y="20805"/>
                    <a:pt x="27967" y="22231"/>
                  </a:cubicBezTo>
                  <a:lnTo>
                    <a:pt x="32246" y="37207"/>
                  </a:lnTo>
                  <a:close/>
                  <a:moveTo>
                    <a:pt x="181074" y="126504"/>
                  </a:moveTo>
                  <a:lnTo>
                    <a:pt x="196050" y="130783"/>
                  </a:lnTo>
                  <a:cubicBezTo>
                    <a:pt x="197476" y="131186"/>
                    <a:pt x="198438" y="132488"/>
                    <a:pt x="198438" y="133945"/>
                  </a:cubicBezTo>
                  <a:cubicBezTo>
                    <a:pt x="198438" y="135403"/>
                    <a:pt x="197476" y="136705"/>
                    <a:pt x="196050" y="137108"/>
                  </a:cubicBezTo>
                  <a:lnTo>
                    <a:pt x="181074" y="141387"/>
                  </a:lnTo>
                  <a:lnTo>
                    <a:pt x="176795" y="156363"/>
                  </a:lnTo>
                  <a:cubicBezTo>
                    <a:pt x="176392" y="157789"/>
                    <a:pt x="175090" y="158750"/>
                    <a:pt x="173633" y="158750"/>
                  </a:cubicBezTo>
                  <a:cubicBezTo>
                    <a:pt x="172176" y="158750"/>
                    <a:pt x="170873" y="157789"/>
                    <a:pt x="170470" y="156363"/>
                  </a:cubicBezTo>
                  <a:lnTo>
                    <a:pt x="166191" y="141387"/>
                  </a:lnTo>
                  <a:lnTo>
                    <a:pt x="151216" y="137108"/>
                  </a:lnTo>
                  <a:cubicBezTo>
                    <a:pt x="149789" y="136705"/>
                    <a:pt x="148828" y="135403"/>
                    <a:pt x="148828" y="133945"/>
                  </a:cubicBezTo>
                  <a:cubicBezTo>
                    <a:pt x="148828" y="132488"/>
                    <a:pt x="149789" y="131186"/>
                    <a:pt x="151216" y="130783"/>
                  </a:cubicBezTo>
                  <a:lnTo>
                    <a:pt x="166191" y="126504"/>
                  </a:lnTo>
                  <a:lnTo>
                    <a:pt x="170470" y="111528"/>
                  </a:lnTo>
                  <a:cubicBezTo>
                    <a:pt x="170873" y="110102"/>
                    <a:pt x="172176" y="109141"/>
                    <a:pt x="173633" y="109141"/>
                  </a:cubicBezTo>
                  <a:cubicBezTo>
                    <a:pt x="175090" y="109141"/>
                    <a:pt x="176392" y="110102"/>
                    <a:pt x="176795" y="111528"/>
                  </a:cubicBezTo>
                  <a:lnTo>
                    <a:pt x="181074" y="126504"/>
                  </a:lnTo>
                  <a:close/>
                </a:path>
              </a:pathLst>
            </a:custGeom>
            <a:solidFill>
              <a:srgbClr val="00D4AA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112000" y="46526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Nail Model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7112000" y="48431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MobileNetV2</a:t>
              </a:r>
              <a:endParaRPr lang="en-US" sz="12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7112000" y="5033685"/>
              <a:ext cx="1397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3-class Softmax</a:t>
              </a:r>
              <a:endParaRPr lang="en-US" sz="1200" dirty="0"/>
            </a:p>
          </p:txBody>
        </p:sp>
      </p:grpSp>
      <p:sp>
        <p:nvSpPr>
          <p:cNvPr id="36" name="Shape 34"/>
          <p:cNvSpPr/>
          <p:nvPr/>
        </p:nvSpPr>
        <p:spPr>
          <a:xfrm>
            <a:off x="7607601" y="4501707"/>
            <a:ext cx="175629" cy="158289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4AA"/>
          </a:solidFill>
          <a:ln/>
        </p:spPr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5B2365-C35D-433B-4E0B-7621BC2E1AE5}"/>
              </a:ext>
            </a:extLst>
          </p:cNvPr>
          <p:cNvGrpSpPr/>
          <p:nvPr/>
        </p:nvGrpSpPr>
        <p:grpSpPr>
          <a:xfrm>
            <a:off x="6329414" y="4739141"/>
            <a:ext cx="2732000" cy="712302"/>
            <a:chOff x="4984750" y="5732185"/>
            <a:chExt cx="2222500" cy="857250"/>
          </a:xfrm>
        </p:grpSpPr>
        <p:sp>
          <p:nvSpPr>
            <p:cNvPr id="37" name="Shape 35"/>
            <p:cNvSpPr/>
            <p:nvPr/>
          </p:nvSpPr>
          <p:spPr>
            <a:xfrm>
              <a:off x="4984750" y="5732185"/>
              <a:ext cx="2222500" cy="857250"/>
            </a:xfrm>
            <a:custGeom>
              <a:avLst/>
              <a:gdLst/>
              <a:ahLst/>
              <a:cxnLst/>
              <a:rect l="l" t="t" r="r" b="b"/>
              <a:pathLst>
                <a:path w="2222500" h="857250">
                  <a:moveTo>
                    <a:pt x="95249" y="0"/>
                  </a:moveTo>
                  <a:lnTo>
                    <a:pt x="2127251" y="0"/>
                  </a:lnTo>
                  <a:cubicBezTo>
                    <a:pt x="2179856" y="0"/>
                    <a:pt x="2222500" y="42644"/>
                    <a:pt x="2222500" y="95249"/>
                  </a:cubicBezTo>
                  <a:lnTo>
                    <a:pt x="2222500" y="762001"/>
                  </a:lnTo>
                  <a:cubicBezTo>
                    <a:pt x="2222500" y="814606"/>
                    <a:pt x="2179856" y="857250"/>
                    <a:pt x="2127251" y="857250"/>
                  </a:cubicBezTo>
                  <a:lnTo>
                    <a:pt x="95249" y="857250"/>
                  </a:lnTo>
                  <a:cubicBezTo>
                    <a:pt x="42644" y="857250"/>
                    <a:pt x="0" y="814606"/>
                    <a:pt x="0" y="762001"/>
                  </a:cubicBezTo>
                  <a:lnTo>
                    <a:pt x="0" y="95249"/>
                  </a:lnTo>
                  <a:cubicBezTo>
                    <a:pt x="0" y="42680"/>
                    <a:pt x="42680" y="0"/>
                    <a:pt x="9524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C3AED"/>
                </a:gs>
                <a:gs pos="100000">
                  <a:srgbClr val="7C3AED">
                    <a:alpha val="80000"/>
                  </a:srgbClr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8" name="Shape 36"/>
            <p:cNvSpPr/>
            <p:nvPr/>
          </p:nvSpPr>
          <p:spPr>
            <a:xfrm>
              <a:off x="6016625" y="5859185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37207" y="17363"/>
                  </a:moveTo>
                  <a:cubicBezTo>
                    <a:pt x="37207" y="7782"/>
                    <a:pt x="44990" y="0"/>
                    <a:pt x="54570" y="0"/>
                  </a:cubicBezTo>
                  <a:lnTo>
                    <a:pt x="62012" y="0"/>
                  </a:lnTo>
                  <a:cubicBezTo>
                    <a:pt x="67500" y="0"/>
                    <a:pt x="71934" y="4434"/>
                    <a:pt x="71934" y="9922"/>
                  </a:cubicBezTo>
                  <a:lnTo>
                    <a:pt x="71934" y="148828"/>
                  </a:lnTo>
                  <a:cubicBezTo>
                    <a:pt x="71934" y="154316"/>
                    <a:pt x="67500" y="158750"/>
                    <a:pt x="62012" y="158750"/>
                  </a:cubicBezTo>
                  <a:lnTo>
                    <a:pt x="52090" y="158750"/>
                  </a:lnTo>
                  <a:cubicBezTo>
                    <a:pt x="42850" y="158750"/>
                    <a:pt x="35068" y="152425"/>
                    <a:pt x="32866" y="143867"/>
                  </a:cubicBezTo>
                  <a:cubicBezTo>
                    <a:pt x="32649" y="143867"/>
                    <a:pt x="32463" y="143867"/>
                    <a:pt x="32246" y="143867"/>
                  </a:cubicBezTo>
                  <a:cubicBezTo>
                    <a:pt x="18542" y="143867"/>
                    <a:pt x="7441" y="132767"/>
                    <a:pt x="7441" y="119062"/>
                  </a:cubicBezTo>
                  <a:cubicBezTo>
                    <a:pt x="7441" y="113481"/>
                    <a:pt x="9302" y="108334"/>
                    <a:pt x="12402" y="104180"/>
                  </a:cubicBezTo>
                  <a:cubicBezTo>
                    <a:pt x="6387" y="99653"/>
                    <a:pt x="2480" y="92459"/>
                    <a:pt x="2480" y="84336"/>
                  </a:cubicBezTo>
                  <a:cubicBezTo>
                    <a:pt x="2480" y="74755"/>
                    <a:pt x="7938" y="66415"/>
                    <a:pt x="15875" y="62291"/>
                  </a:cubicBezTo>
                  <a:cubicBezTo>
                    <a:pt x="13674" y="58570"/>
                    <a:pt x="12402" y="54229"/>
                    <a:pt x="12402" y="49609"/>
                  </a:cubicBezTo>
                  <a:cubicBezTo>
                    <a:pt x="12402" y="35905"/>
                    <a:pt x="23502" y="24805"/>
                    <a:pt x="37207" y="24805"/>
                  </a:cubicBezTo>
                  <a:lnTo>
                    <a:pt x="37207" y="17363"/>
                  </a:lnTo>
                  <a:close/>
                  <a:moveTo>
                    <a:pt x="121543" y="17363"/>
                  </a:moveTo>
                  <a:lnTo>
                    <a:pt x="121543" y="24805"/>
                  </a:lnTo>
                  <a:cubicBezTo>
                    <a:pt x="135248" y="24805"/>
                    <a:pt x="146348" y="35905"/>
                    <a:pt x="146348" y="49609"/>
                  </a:cubicBezTo>
                  <a:cubicBezTo>
                    <a:pt x="146348" y="54260"/>
                    <a:pt x="145076" y="58601"/>
                    <a:pt x="142875" y="62291"/>
                  </a:cubicBezTo>
                  <a:cubicBezTo>
                    <a:pt x="150844" y="66415"/>
                    <a:pt x="156270" y="74724"/>
                    <a:pt x="156270" y="84336"/>
                  </a:cubicBezTo>
                  <a:cubicBezTo>
                    <a:pt x="156270" y="92459"/>
                    <a:pt x="152363" y="99653"/>
                    <a:pt x="146348" y="104180"/>
                  </a:cubicBezTo>
                  <a:cubicBezTo>
                    <a:pt x="149448" y="108334"/>
                    <a:pt x="151309" y="113481"/>
                    <a:pt x="151309" y="119062"/>
                  </a:cubicBezTo>
                  <a:cubicBezTo>
                    <a:pt x="151309" y="132767"/>
                    <a:pt x="140208" y="143867"/>
                    <a:pt x="126504" y="143867"/>
                  </a:cubicBezTo>
                  <a:cubicBezTo>
                    <a:pt x="126287" y="143867"/>
                    <a:pt x="126101" y="143867"/>
                    <a:pt x="125884" y="143867"/>
                  </a:cubicBezTo>
                  <a:cubicBezTo>
                    <a:pt x="123682" y="152425"/>
                    <a:pt x="115900" y="158750"/>
                    <a:pt x="106660" y="158750"/>
                  </a:cubicBezTo>
                  <a:lnTo>
                    <a:pt x="96738" y="158750"/>
                  </a:lnTo>
                  <a:cubicBezTo>
                    <a:pt x="91250" y="158750"/>
                    <a:pt x="86816" y="154316"/>
                    <a:pt x="86816" y="148828"/>
                  </a:cubicBezTo>
                  <a:lnTo>
                    <a:pt x="86816" y="9922"/>
                  </a:lnTo>
                  <a:cubicBezTo>
                    <a:pt x="86816" y="4434"/>
                    <a:pt x="91250" y="0"/>
                    <a:pt x="96738" y="0"/>
                  </a:cubicBezTo>
                  <a:lnTo>
                    <a:pt x="104180" y="0"/>
                  </a:lnTo>
                  <a:cubicBezTo>
                    <a:pt x="113760" y="0"/>
                    <a:pt x="121543" y="7782"/>
                    <a:pt x="121543" y="17363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5080000" y="6081435"/>
              <a:ext cx="2032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Jaundice Model</a:t>
              </a:r>
              <a:endParaRPr lang="en-US" sz="1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080000" y="6271935"/>
              <a:ext cx="2032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8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MobileNetV2 + Binary Sigmoid</a:t>
              </a:r>
              <a:endParaRPr lang="en-US" sz="1200" dirty="0"/>
            </a:p>
          </p:txBody>
        </p:sp>
      </p:grpSp>
      <p:sp>
        <p:nvSpPr>
          <p:cNvPr id="41" name="Shape 39"/>
          <p:cNvSpPr/>
          <p:nvPr/>
        </p:nvSpPr>
        <p:spPr>
          <a:xfrm>
            <a:off x="7607601" y="5530588"/>
            <a:ext cx="175629" cy="158289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4AA"/>
          </a:solidFill>
          <a:ln/>
        </p:spPr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65122E9-5BC5-B7F0-E7E4-5977A850810F}"/>
              </a:ext>
            </a:extLst>
          </p:cNvPr>
          <p:cNvGrpSpPr/>
          <p:nvPr/>
        </p:nvGrpSpPr>
        <p:grpSpPr>
          <a:xfrm>
            <a:off x="5275643" y="5768022"/>
            <a:ext cx="2341715" cy="870591"/>
            <a:chOff x="4127500" y="6970435"/>
            <a:chExt cx="1905000" cy="1047750"/>
          </a:xfrm>
        </p:grpSpPr>
        <p:sp>
          <p:nvSpPr>
            <p:cNvPr id="42" name="Shape 40"/>
            <p:cNvSpPr/>
            <p:nvPr/>
          </p:nvSpPr>
          <p:spPr>
            <a:xfrm>
              <a:off x="4127500" y="6970435"/>
              <a:ext cx="1905000" cy="1047750"/>
            </a:xfrm>
            <a:custGeom>
              <a:avLst/>
              <a:gdLst/>
              <a:ahLst/>
              <a:cxnLst/>
              <a:rect l="l" t="t" r="r" b="b"/>
              <a:pathLst>
                <a:path w="1905000" h="1047750">
                  <a:moveTo>
                    <a:pt x="95251" y="0"/>
                  </a:moveTo>
                  <a:lnTo>
                    <a:pt x="1809749" y="0"/>
                  </a:lnTo>
                  <a:cubicBezTo>
                    <a:pt x="1862355" y="0"/>
                    <a:pt x="1905000" y="42645"/>
                    <a:pt x="1905000" y="95251"/>
                  </a:cubicBezTo>
                  <a:lnTo>
                    <a:pt x="1905000" y="952499"/>
                  </a:lnTo>
                  <a:cubicBezTo>
                    <a:pt x="1905000" y="1005105"/>
                    <a:pt x="1862355" y="1047750"/>
                    <a:pt x="1809749" y="1047750"/>
                  </a:cubicBezTo>
                  <a:lnTo>
                    <a:pt x="95251" y="1047750"/>
                  </a:lnTo>
                  <a:cubicBezTo>
                    <a:pt x="42645" y="1047750"/>
                    <a:pt x="0" y="1005105"/>
                    <a:pt x="0" y="952499"/>
                  </a:cubicBezTo>
                  <a:lnTo>
                    <a:pt x="0" y="95251"/>
                  </a:lnTo>
                  <a:cubicBezTo>
                    <a:pt x="0" y="42681"/>
                    <a:pt x="42681" y="0"/>
                    <a:pt x="9525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C4899"/>
                </a:gs>
                <a:gs pos="100000">
                  <a:srgbClr val="EC4899">
                    <a:alpha val="80000"/>
                  </a:srgbClr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3" name="Shape 41"/>
            <p:cNvSpPr/>
            <p:nvPr/>
          </p:nvSpPr>
          <p:spPr>
            <a:xfrm>
              <a:off x="5000625" y="7097435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9922" y="9922"/>
                  </a:moveTo>
                  <a:cubicBezTo>
                    <a:pt x="15410" y="9922"/>
                    <a:pt x="19844" y="14356"/>
                    <a:pt x="19844" y="19844"/>
                  </a:cubicBezTo>
                  <a:lnTo>
                    <a:pt x="19844" y="124023"/>
                  </a:lnTo>
                  <a:cubicBezTo>
                    <a:pt x="19844" y="126752"/>
                    <a:pt x="22076" y="128984"/>
                    <a:pt x="24805" y="128984"/>
                  </a:cubicBezTo>
                  <a:lnTo>
                    <a:pt x="148828" y="128984"/>
                  </a:lnTo>
                  <a:cubicBezTo>
                    <a:pt x="154316" y="128984"/>
                    <a:pt x="158750" y="133418"/>
                    <a:pt x="158750" y="138906"/>
                  </a:cubicBezTo>
                  <a:cubicBezTo>
                    <a:pt x="158750" y="144394"/>
                    <a:pt x="154316" y="148828"/>
                    <a:pt x="148828" y="148828"/>
                  </a:cubicBezTo>
                  <a:lnTo>
                    <a:pt x="24805" y="148828"/>
                  </a:lnTo>
                  <a:cubicBezTo>
                    <a:pt x="11100" y="148828"/>
                    <a:pt x="0" y="137728"/>
                    <a:pt x="0" y="124023"/>
                  </a:cubicBezTo>
                  <a:lnTo>
                    <a:pt x="0" y="19844"/>
                  </a:lnTo>
                  <a:cubicBezTo>
                    <a:pt x="0" y="14356"/>
                    <a:pt x="4434" y="9922"/>
                    <a:pt x="9922" y="9922"/>
                  </a:cubicBezTo>
                  <a:close/>
                  <a:moveTo>
                    <a:pt x="39688" y="29766"/>
                  </a:moveTo>
                  <a:cubicBezTo>
                    <a:pt x="39688" y="24278"/>
                    <a:pt x="44121" y="19844"/>
                    <a:pt x="49609" y="19844"/>
                  </a:cubicBezTo>
                  <a:lnTo>
                    <a:pt x="109141" y="19844"/>
                  </a:lnTo>
                  <a:cubicBezTo>
                    <a:pt x="114629" y="19844"/>
                    <a:pt x="119062" y="24278"/>
                    <a:pt x="119062" y="29766"/>
                  </a:cubicBezTo>
                  <a:cubicBezTo>
                    <a:pt x="119062" y="35254"/>
                    <a:pt x="114629" y="39688"/>
                    <a:pt x="109141" y="39688"/>
                  </a:cubicBezTo>
                  <a:lnTo>
                    <a:pt x="49609" y="39688"/>
                  </a:lnTo>
                  <a:cubicBezTo>
                    <a:pt x="44121" y="39688"/>
                    <a:pt x="39688" y="35254"/>
                    <a:pt x="39688" y="29766"/>
                  </a:cubicBezTo>
                  <a:close/>
                  <a:moveTo>
                    <a:pt x="49609" y="54570"/>
                  </a:moveTo>
                  <a:lnTo>
                    <a:pt x="89297" y="54570"/>
                  </a:lnTo>
                  <a:cubicBezTo>
                    <a:pt x="94785" y="54570"/>
                    <a:pt x="99219" y="59004"/>
                    <a:pt x="99219" y="64492"/>
                  </a:cubicBezTo>
                  <a:cubicBezTo>
                    <a:pt x="99219" y="69980"/>
                    <a:pt x="94785" y="74414"/>
                    <a:pt x="89297" y="74414"/>
                  </a:cubicBezTo>
                  <a:lnTo>
                    <a:pt x="49609" y="74414"/>
                  </a:lnTo>
                  <a:cubicBezTo>
                    <a:pt x="44121" y="74414"/>
                    <a:pt x="39688" y="69980"/>
                    <a:pt x="39688" y="64492"/>
                  </a:cubicBezTo>
                  <a:cubicBezTo>
                    <a:pt x="39688" y="59004"/>
                    <a:pt x="44121" y="54570"/>
                    <a:pt x="49609" y="54570"/>
                  </a:cubicBezTo>
                  <a:close/>
                  <a:moveTo>
                    <a:pt x="49609" y="89297"/>
                  </a:moveTo>
                  <a:lnTo>
                    <a:pt x="128984" y="89297"/>
                  </a:lnTo>
                  <a:cubicBezTo>
                    <a:pt x="134472" y="89297"/>
                    <a:pt x="138906" y="93731"/>
                    <a:pt x="138906" y="99219"/>
                  </a:cubicBezTo>
                  <a:cubicBezTo>
                    <a:pt x="138906" y="104707"/>
                    <a:pt x="134472" y="109141"/>
                    <a:pt x="128984" y="109141"/>
                  </a:cubicBezTo>
                  <a:lnTo>
                    <a:pt x="49609" y="109141"/>
                  </a:lnTo>
                  <a:cubicBezTo>
                    <a:pt x="44121" y="109141"/>
                    <a:pt x="39688" y="104707"/>
                    <a:pt x="39688" y="99219"/>
                  </a:cubicBezTo>
                  <a:cubicBezTo>
                    <a:pt x="39688" y="93731"/>
                    <a:pt x="44121" y="89297"/>
                    <a:pt x="49609" y="89297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4222750" y="7319685"/>
              <a:ext cx="1714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9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Prediction Output</a:t>
              </a:r>
              <a:endParaRPr lang="en-US" sz="14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222750" y="7510185"/>
              <a:ext cx="17145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9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Label • Confidence • Top-K • Crop Preview</a:t>
              </a:r>
              <a:endParaRPr lang="en-US" sz="14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419D24F-E824-3194-E0D9-1E5A26847A9F}"/>
              </a:ext>
            </a:extLst>
          </p:cNvPr>
          <p:cNvGrpSpPr/>
          <p:nvPr/>
        </p:nvGrpSpPr>
        <p:grpSpPr>
          <a:xfrm>
            <a:off x="7773472" y="5768022"/>
            <a:ext cx="2341715" cy="870591"/>
            <a:chOff x="6159500" y="6970435"/>
            <a:chExt cx="1905000" cy="1047750"/>
          </a:xfrm>
        </p:grpSpPr>
        <p:sp>
          <p:nvSpPr>
            <p:cNvPr id="46" name="Shape 44"/>
            <p:cNvSpPr/>
            <p:nvPr/>
          </p:nvSpPr>
          <p:spPr>
            <a:xfrm>
              <a:off x="6159500" y="6970435"/>
              <a:ext cx="1905000" cy="1047750"/>
            </a:xfrm>
            <a:custGeom>
              <a:avLst/>
              <a:gdLst/>
              <a:ahLst/>
              <a:cxnLst/>
              <a:rect l="l" t="t" r="r" b="b"/>
              <a:pathLst>
                <a:path w="1905000" h="1047750">
                  <a:moveTo>
                    <a:pt x="95251" y="0"/>
                  </a:moveTo>
                  <a:lnTo>
                    <a:pt x="1809749" y="0"/>
                  </a:lnTo>
                  <a:cubicBezTo>
                    <a:pt x="1862355" y="0"/>
                    <a:pt x="1905000" y="42645"/>
                    <a:pt x="1905000" y="95251"/>
                  </a:cubicBezTo>
                  <a:lnTo>
                    <a:pt x="1905000" y="952499"/>
                  </a:lnTo>
                  <a:cubicBezTo>
                    <a:pt x="1905000" y="1005105"/>
                    <a:pt x="1862355" y="1047750"/>
                    <a:pt x="1809749" y="1047750"/>
                  </a:cubicBezTo>
                  <a:lnTo>
                    <a:pt x="95251" y="1047750"/>
                  </a:lnTo>
                  <a:cubicBezTo>
                    <a:pt x="42645" y="1047750"/>
                    <a:pt x="0" y="1005105"/>
                    <a:pt x="0" y="952499"/>
                  </a:cubicBezTo>
                  <a:lnTo>
                    <a:pt x="0" y="95251"/>
                  </a:lnTo>
                  <a:cubicBezTo>
                    <a:pt x="0" y="42681"/>
                    <a:pt x="42681" y="0"/>
                    <a:pt x="9525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D4AA"/>
                </a:gs>
                <a:gs pos="100000">
                  <a:srgbClr val="14B8A6"/>
                </a:gs>
              </a:gsLst>
              <a:lin ang="2700000" scaled="1"/>
            </a:gradFill>
            <a:ln/>
            <a:effectLst>
              <a:outerShdw blurRad="119063" dist="79375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47" name="Shape 45"/>
            <p:cNvSpPr/>
            <p:nvPr/>
          </p:nvSpPr>
          <p:spPr>
            <a:xfrm>
              <a:off x="7032625" y="7097435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19844" y="9922"/>
                  </a:moveTo>
                  <a:cubicBezTo>
                    <a:pt x="8899" y="9922"/>
                    <a:pt x="0" y="18821"/>
                    <a:pt x="0" y="29766"/>
                  </a:cubicBezTo>
                  <a:lnTo>
                    <a:pt x="0" y="109141"/>
                  </a:lnTo>
                  <a:cubicBezTo>
                    <a:pt x="0" y="120086"/>
                    <a:pt x="8899" y="128984"/>
                    <a:pt x="19844" y="128984"/>
                  </a:cubicBezTo>
                  <a:lnTo>
                    <a:pt x="64492" y="128984"/>
                  </a:lnTo>
                  <a:lnTo>
                    <a:pt x="59531" y="143867"/>
                  </a:lnTo>
                  <a:lnTo>
                    <a:pt x="37207" y="143867"/>
                  </a:lnTo>
                  <a:cubicBezTo>
                    <a:pt x="33083" y="143867"/>
                    <a:pt x="29766" y="147185"/>
                    <a:pt x="29766" y="151309"/>
                  </a:cubicBezTo>
                  <a:cubicBezTo>
                    <a:pt x="29766" y="155432"/>
                    <a:pt x="33083" y="158750"/>
                    <a:pt x="37207" y="158750"/>
                  </a:cubicBezTo>
                  <a:lnTo>
                    <a:pt x="121543" y="158750"/>
                  </a:lnTo>
                  <a:cubicBezTo>
                    <a:pt x="125667" y="158750"/>
                    <a:pt x="128984" y="155432"/>
                    <a:pt x="128984" y="151309"/>
                  </a:cubicBezTo>
                  <a:cubicBezTo>
                    <a:pt x="128984" y="147185"/>
                    <a:pt x="125667" y="143867"/>
                    <a:pt x="121543" y="143867"/>
                  </a:cubicBezTo>
                  <a:lnTo>
                    <a:pt x="99219" y="143867"/>
                  </a:lnTo>
                  <a:lnTo>
                    <a:pt x="94258" y="128984"/>
                  </a:lnTo>
                  <a:lnTo>
                    <a:pt x="138906" y="128984"/>
                  </a:lnTo>
                  <a:cubicBezTo>
                    <a:pt x="149851" y="128984"/>
                    <a:pt x="158750" y="120086"/>
                    <a:pt x="158750" y="109141"/>
                  </a:cubicBezTo>
                  <a:lnTo>
                    <a:pt x="158750" y="29766"/>
                  </a:lnTo>
                  <a:cubicBezTo>
                    <a:pt x="158750" y="18821"/>
                    <a:pt x="149851" y="9922"/>
                    <a:pt x="138906" y="9922"/>
                  </a:cubicBezTo>
                  <a:lnTo>
                    <a:pt x="19844" y="9922"/>
                  </a:lnTo>
                  <a:close/>
                  <a:moveTo>
                    <a:pt x="29766" y="29766"/>
                  </a:moveTo>
                  <a:lnTo>
                    <a:pt x="128984" y="29766"/>
                  </a:lnTo>
                  <a:cubicBezTo>
                    <a:pt x="134472" y="29766"/>
                    <a:pt x="138906" y="34199"/>
                    <a:pt x="138906" y="39688"/>
                  </a:cubicBezTo>
                  <a:lnTo>
                    <a:pt x="138906" y="89297"/>
                  </a:lnTo>
                  <a:cubicBezTo>
                    <a:pt x="138906" y="94785"/>
                    <a:pt x="134472" y="99219"/>
                    <a:pt x="128984" y="99219"/>
                  </a:cubicBezTo>
                  <a:lnTo>
                    <a:pt x="29766" y="99219"/>
                  </a:lnTo>
                  <a:cubicBezTo>
                    <a:pt x="24278" y="99219"/>
                    <a:pt x="19844" y="94785"/>
                    <a:pt x="19844" y="89297"/>
                  </a:cubicBezTo>
                  <a:lnTo>
                    <a:pt x="19844" y="39688"/>
                  </a:lnTo>
                  <a:cubicBezTo>
                    <a:pt x="19844" y="34199"/>
                    <a:pt x="24278" y="29766"/>
                    <a:pt x="29766" y="29766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6254750" y="7319685"/>
              <a:ext cx="1714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9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Display Results</a:t>
              </a:r>
              <a:endParaRPr lang="en-US" sz="14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6254750" y="7510185"/>
              <a:ext cx="17145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900" dirty="0">
                  <a:solidFill>
                    <a:srgbClr val="FFFFFF">
                      <a:alpha val="9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JSON Response → Frontend Rendering</a:t>
              </a:r>
              <a:endParaRPr lang="en-US" sz="1400" dirty="0"/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42900"/>
                </a:lnTo>
                <a:cubicBezTo>
                  <a:pt x="76200" y="363928"/>
                  <a:pt x="59128" y="381000"/>
                  <a:pt x="381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762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&amp; 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core capabilities that make HealthVision AI stand out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33500"/>
            <a:ext cx="3705225" cy="2495550"/>
          </a:xfrm>
          <a:custGeom>
            <a:avLst/>
            <a:gdLst/>
            <a:ahLst/>
            <a:cxnLst/>
            <a:rect l="l" t="t" r="r" b="b"/>
            <a:pathLst>
              <a:path w="3705225" h="2495550">
                <a:moveTo>
                  <a:pt x="152403" y="0"/>
                </a:moveTo>
                <a:lnTo>
                  <a:pt x="3552822" y="0"/>
                </a:lnTo>
                <a:cubicBezTo>
                  <a:pt x="3636992" y="0"/>
                  <a:pt x="3705225" y="68233"/>
                  <a:pt x="3705225" y="152403"/>
                </a:cubicBezTo>
                <a:lnTo>
                  <a:pt x="3705225" y="2343147"/>
                </a:lnTo>
                <a:cubicBezTo>
                  <a:pt x="3705225" y="2427317"/>
                  <a:pt x="3636992" y="2495550"/>
                  <a:pt x="3552822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715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9847" y="16478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65735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Eye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209800"/>
            <a:ext cx="34004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Haar cascade algorithm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dual-strategy detection: face-first and direct eye scanning with 35% padding for optimal sclera extraction.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2527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0550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819150" y="340995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fallback mechanism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1750" y="1333500"/>
            <a:ext cx="3705225" cy="2495550"/>
          </a:xfrm>
          <a:custGeom>
            <a:avLst/>
            <a:gdLst/>
            <a:ahLst/>
            <a:cxnLst/>
            <a:rect l="l" t="t" r="r" b="b"/>
            <a:pathLst>
              <a:path w="3705225" h="2495550">
                <a:moveTo>
                  <a:pt x="152403" y="0"/>
                </a:moveTo>
                <a:lnTo>
                  <a:pt x="3552822" y="0"/>
                </a:lnTo>
                <a:cubicBezTo>
                  <a:pt x="3636992" y="0"/>
                  <a:pt x="3705225" y="68233"/>
                  <a:pt x="3705225" y="152403"/>
                </a:cubicBezTo>
                <a:lnTo>
                  <a:pt x="3705225" y="2343147"/>
                </a:lnTo>
                <a:cubicBezTo>
                  <a:pt x="3705225" y="2427317"/>
                  <a:pt x="3636992" y="2495550"/>
                  <a:pt x="3552822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43225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58457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79950" y="165735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Camera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2250" y="2209800"/>
            <a:ext cx="34004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camera integration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ROI guide overlay for precise image capture. Works seamlessly on both desktop and mobile browsers.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2250" y="32527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51300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79900" y="340995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compatibility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2501" y="1333500"/>
            <a:ext cx="3705225" cy="2495550"/>
          </a:xfrm>
          <a:custGeom>
            <a:avLst/>
            <a:gdLst/>
            <a:ahLst/>
            <a:cxnLst/>
            <a:rect l="l" t="t" r="r" b="b"/>
            <a:pathLst>
              <a:path w="3705225" h="2495550">
                <a:moveTo>
                  <a:pt x="152403" y="0"/>
                </a:moveTo>
                <a:lnTo>
                  <a:pt x="3552822" y="0"/>
                </a:lnTo>
                <a:cubicBezTo>
                  <a:pt x="3636992" y="0"/>
                  <a:pt x="3705225" y="68233"/>
                  <a:pt x="3705225" y="152403"/>
                </a:cubicBezTo>
                <a:lnTo>
                  <a:pt x="3705225" y="2343147"/>
                </a:lnTo>
                <a:cubicBezTo>
                  <a:pt x="3705225" y="2427317"/>
                  <a:pt x="3636992" y="2495550"/>
                  <a:pt x="3552822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8293001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19207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8940701" y="165735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3001" y="2209800"/>
            <a:ext cx="34004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MobileNetV2 and EfficientNetB0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transfer learning architectures pre-trained on ImageNet, fine-tuned for medical classification.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93001" y="32527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12051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8540651" y="340995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accuracy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3981450"/>
            <a:ext cx="3705225" cy="2495550"/>
          </a:xfrm>
          <a:custGeom>
            <a:avLst/>
            <a:gdLst/>
            <a:ahLst/>
            <a:cxnLst/>
            <a:rect l="l" t="t" r="r" b="b"/>
            <a:pathLst>
              <a:path w="3705225" h="2495550">
                <a:moveTo>
                  <a:pt x="152403" y="0"/>
                </a:moveTo>
                <a:lnTo>
                  <a:pt x="3552822" y="0"/>
                </a:lnTo>
                <a:cubicBezTo>
                  <a:pt x="3636992" y="0"/>
                  <a:pt x="3705225" y="68233"/>
                  <a:pt x="3705225" y="152403"/>
                </a:cubicBezTo>
                <a:lnTo>
                  <a:pt x="3705225" y="2343147"/>
                </a:lnTo>
                <a:cubicBezTo>
                  <a:pt x="3705225" y="2427317"/>
                  <a:pt x="3636992" y="2495550"/>
                  <a:pt x="3552822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571500" y="4171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15566" y="42957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19200" y="430530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Results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4857750"/>
            <a:ext cx="34004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scores, top-k predictions, and detected region previews generated in </a:t>
            </a:r>
            <a:r>
              <a:rPr lang="en-US" sz="1200" b="1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2 seconds 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analysis.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" y="590073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0550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19150" y="60579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Lightning-fast inference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41750" y="3981450"/>
            <a:ext cx="3705225" cy="2495550"/>
          </a:xfrm>
          <a:custGeom>
            <a:avLst/>
            <a:gdLst/>
            <a:ahLst/>
            <a:cxnLst/>
            <a:rect l="l" t="t" r="r" b="b"/>
            <a:pathLst>
              <a:path w="3705225" h="2495550">
                <a:moveTo>
                  <a:pt x="152403" y="0"/>
                </a:moveTo>
                <a:lnTo>
                  <a:pt x="3552822" y="0"/>
                </a:lnTo>
                <a:cubicBezTo>
                  <a:pt x="3636992" y="0"/>
                  <a:pt x="3705225" y="68233"/>
                  <a:pt x="3705225" y="152403"/>
                </a:cubicBezTo>
                <a:lnTo>
                  <a:pt x="3705225" y="2343147"/>
                </a:lnTo>
                <a:cubicBezTo>
                  <a:pt x="3705225" y="2427317"/>
                  <a:pt x="3636992" y="2495550"/>
                  <a:pt x="3552822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4432250" y="4171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58457" y="4295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5079950" y="43053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2250" y="4857750"/>
            <a:ext cx="34004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processing happens </a:t>
            </a: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locally on the server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No images are stored, shared, or transmitted to third-party services.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32250" y="590073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51300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44" name="Text 42"/>
          <p:cNvSpPr/>
          <p:nvPr/>
        </p:nvSpPr>
        <p:spPr>
          <a:xfrm>
            <a:off x="4679900" y="60579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data security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01" y="3981450"/>
            <a:ext cx="3705225" cy="2495550"/>
          </a:xfrm>
          <a:custGeom>
            <a:avLst/>
            <a:gdLst/>
            <a:ahLst/>
            <a:cxnLst/>
            <a:rect l="l" t="t" r="r" b="b"/>
            <a:pathLst>
              <a:path w="3705225" h="2495550">
                <a:moveTo>
                  <a:pt x="152403" y="0"/>
                </a:moveTo>
                <a:lnTo>
                  <a:pt x="3552822" y="0"/>
                </a:lnTo>
                <a:cubicBezTo>
                  <a:pt x="3636992" y="0"/>
                  <a:pt x="3705225" y="68233"/>
                  <a:pt x="3705225" y="152403"/>
                </a:cubicBezTo>
                <a:lnTo>
                  <a:pt x="3705225" y="2343147"/>
                </a:lnTo>
                <a:cubicBezTo>
                  <a:pt x="3705225" y="2427317"/>
                  <a:pt x="3636992" y="2495550"/>
                  <a:pt x="3552822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8293001" y="4171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54926" y="42957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940701" y="43053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Responsive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93001" y="4857750"/>
            <a:ext cx="34004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seamlessly on </a:t>
            </a: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desktops, tablets, and mobile phones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 adaptive UI that fits any screen size.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93001" y="590073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12051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8540651" y="60579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 design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757" y="241842"/>
            <a:ext cx="72951" cy="364757"/>
          </a:xfrm>
          <a:custGeom>
            <a:avLst/>
            <a:gdLst/>
            <a:ahLst/>
            <a:cxnLst/>
            <a:rect l="l" t="t" r="r" b="b"/>
            <a:pathLst>
              <a:path w="72951" h="364757">
                <a:moveTo>
                  <a:pt x="36476" y="0"/>
                </a:moveTo>
                <a:lnTo>
                  <a:pt x="36476" y="0"/>
                </a:lnTo>
                <a:cubicBezTo>
                  <a:pt x="56621" y="0"/>
                  <a:pt x="72951" y="16331"/>
                  <a:pt x="72951" y="36476"/>
                </a:cubicBezTo>
                <a:lnTo>
                  <a:pt x="72951" y="328281"/>
                </a:lnTo>
                <a:cubicBezTo>
                  <a:pt x="72951" y="348426"/>
                  <a:pt x="56621" y="364757"/>
                  <a:pt x="36476" y="364757"/>
                </a:cubicBezTo>
                <a:lnTo>
                  <a:pt x="36476" y="364757"/>
                </a:lnTo>
                <a:cubicBezTo>
                  <a:pt x="16331" y="364757"/>
                  <a:pt x="0" y="348426"/>
                  <a:pt x="0" y="328281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0">
                <a:srgbClr val="FFFFFF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7135" y="205366"/>
            <a:ext cx="600937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0D4F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Disease Information Database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7135" y="716026"/>
            <a:ext cx="1137129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coverage of 20+ detectable health conditions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757" y="1117258"/>
            <a:ext cx="3702283" cy="4595937"/>
          </a:xfrm>
          <a:custGeom>
            <a:avLst/>
            <a:gdLst/>
            <a:ahLst/>
            <a:cxnLst/>
            <a:rect l="l" t="t" r="r" b="b"/>
            <a:pathLst>
              <a:path w="3702283" h="4595937">
                <a:moveTo>
                  <a:pt x="145907" y="0"/>
                </a:moveTo>
                <a:lnTo>
                  <a:pt x="3556376" y="0"/>
                </a:lnTo>
                <a:cubicBezTo>
                  <a:pt x="3636958" y="0"/>
                  <a:pt x="3702283" y="65325"/>
                  <a:pt x="3702283" y="145907"/>
                </a:cubicBezTo>
                <a:lnTo>
                  <a:pt x="3702283" y="4450030"/>
                </a:lnTo>
                <a:cubicBezTo>
                  <a:pt x="3702283" y="4530612"/>
                  <a:pt x="3636958" y="4595937"/>
                  <a:pt x="3556376" y="4595937"/>
                </a:cubicBezTo>
                <a:lnTo>
                  <a:pt x="145907" y="4595937"/>
                </a:lnTo>
                <a:cubicBezTo>
                  <a:pt x="65325" y="4595937"/>
                  <a:pt x="0" y="4530612"/>
                  <a:pt x="0" y="4450030"/>
                </a:cubicBezTo>
                <a:lnTo>
                  <a:pt x="0" y="145907"/>
                </a:lnTo>
                <a:cubicBezTo>
                  <a:pt x="0" y="65379"/>
                  <a:pt x="65379" y="0"/>
                  <a:pt x="14590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47135" y="1299637"/>
            <a:ext cx="510660" cy="510660"/>
          </a:xfrm>
          <a:custGeom>
            <a:avLst/>
            <a:gdLst/>
            <a:ahLst/>
            <a:cxnLst/>
            <a:rect l="l" t="t" r="r" b="b"/>
            <a:pathLst>
              <a:path w="510660" h="510660">
                <a:moveTo>
                  <a:pt x="109429" y="0"/>
                </a:moveTo>
                <a:lnTo>
                  <a:pt x="401230" y="0"/>
                </a:lnTo>
                <a:cubicBezTo>
                  <a:pt x="461626" y="0"/>
                  <a:pt x="510660" y="49034"/>
                  <a:pt x="510660" y="109429"/>
                </a:cubicBezTo>
                <a:lnTo>
                  <a:pt x="510660" y="401230"/>
                </a:lnTo>
                <a:cubicBezTo>
                  <a:pt x="510660" y="461626"/>
                  <a:pt x="461626" y="510660"/>
                  <a:pt x="401230" y="510660"/>
                </a:cubicBezTo>
                <a:lnTo>
                  <a:pt x="109429" y="510660"/>
                </a:lnTo>
                <a:cubicBezTo>
                  <a:pt x="49034" y="510660"/>
                  <a:pt x="0" y="461626"/>
                  <a:pt x="0" y="401230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0863" y="1418183"/>
            <a:ext cx="307764" cy="273568"/>
          </a:xfrm>
          <a:custGeom>
            <a:avLst/>
            <a:gdLst/>
            <a:ahLst/>
            <a:cxnLst/>
            <a:rect l="l" t="t" r="r" b="b"/>
            <a:pathLst>
              <a:path w="307764" h="273568">
                <a:moveTo>
                  <a:pt x="153882" y="17098"/>
                </a:moveTo>
                <a:cubicBezTo>
                  <a:pt x="110709" y="17098"/>
                  <a:pt x="76139" y="36761"/>
                  <a:pt x="50973" y="60164"/>
                </a:cubicBezTo>
                <a:cubicBezTo>
                  <a:pt x="25968" y="83406"/>
                  <a:pt x="9244" y="111137"/>
                  <a:pt x="1282" y="130212"/>
                </a:cubicBezTo>
                <a:cubicBezTo>
                  <a:pt x="-481" y="134433"/>
                  <a:pt x="-481" y="139135"/>
                  <a:pt x="1282" y="143356"/>
                </a:cubicBezTo>
                <a:cubicBezTo>
                  <a:pt x="9244" y="162431"/>
                  <a:pt x="25968" y="190215"/>
                  <a:pt x="50973" y="213404"/>
                </a:cubicBezTo>
                <a:cubicBezTo>
                  <a:pt x="76139" y="236754"/>
                  <a:pt x="110709" y="256470"/>
                  <a:pt x="153882" y="256470"/>
                </a:cubicBezTo>
                <a:cubicBezTo>
                  <a:pt x="197054" y="256470"/>
                  <a:pt x="231624" y="236807"/>
                  <a:pt x="256790" y="213404"/>
                </a:cubicBezTo>
                <a:cubicBezTo>
                  <a:pt x="281796" y="190162"/>
                  <a:pt x="298520" y="162431"/>
                  <a:pt x="306481" y="143356"/>
                </a:cubicBezTo>
                <a:cubicBezTo>
                  <a:pt x="308245" y="139135"/>
                  <a:pt x="308245" y="134433"/>
                  <a:pt x="306481" y="130212"/>
                </a:cubicBezTo>
                <a:cubicBezTo>
                  <a:pt x="298520" y="111137"/>
                  <a:pt x="281796" y="83353"/>
                  <a:pt x="256790" y="60164"/>
                </a:cubicBezTo>
                <a:cubicBezTo>
                  <a:pt x="231624" y="36814"/>
                  <a:pt x="197054" y="17098"/>
                  <a:pt x="153882" y="17098"/>
                </a:cubicBezTo>
                <a:close/>
                <a:moveTo>
                  <a:pt x="76941" y="136784"/>
                </a:moveTo>
                <a:cubicBezTo>
                  <a:pt x="76941" y="94319"/>
                  <a:pt x="111417" y="59843"/>
                  <a:pt x="153882" y="59843"/>
                </a:cubicBezTo>
                <a:cubicBezTo>
                  <a:pt x="196347" y="59843"/>
                  <a:pt x="230823" y="94319"/>
                  <a:pt x="230823" y="136784"/>
                </a:cubicBezTo>
                <a:cubicBezTo>
                  <a:pt x="230823" y="179249"/>
                  <a:pt x="196347" y="213725"/>
                  <a:pt x="153882" y="213725"/>
                </a:cubicBezTo>
                <a:cubicBezTo>
                  <a:pt x="111417" y="213725"/>
                  <a:pt x="76941" y="179249"/>
                  <a:pt x="76941" y="136784"/>
                </a:cubicBezTo>
                <a:close/>
                <a:moveTo>
                  <a:pt x="153882" y="102588"/>
                </a:moveTo>
                <a:cubicBezTo>
                  <a:pt x="153882" y="121449"/>
                  <a:pt x="138547" y="136784"/>
                  <a:pt x="119686" y="136784"/>
                </a:cubicBezTo>
                <a:cubicBezTo>
                  <a:pt x="113541" y="136784"/>
                  <a:pt x="107771" y="135181"/>
                  <a:pt x="102748" y="132296"/>
                </a:cubicBezTo>
                <a:cubicBezTo>
                  <a:pt x="102214" y="138120"/>
                  <a:pt x="102695" y="144104"/>
                  <a:pt x="104298" y="150035"/>
                </a:cubicBezTo>
                <a:cubicBezTo>
                  <a:pt x="111618" y="177392"/>
                  <a:pt x="139776" y="193635"/>
                  <a:pt x="167133" y="186315"/>
                </a:cubicBezTo>
                <a:cubicBezTo>
                  <a:pt x="194490" y="178994"/>
                  <a:pt x="210733" y="150836"/>
                  <a:pt x="203413" y="123479"/>
                </a:cubicBezTo>
                <a:cubicBezTo>
                  <a:pt x="196894" y="99061"/>
                  <a:pt x="173758" y="83513"/>
                  <a:pt x="149394" y="85650"/>
                </a:cubicBezTo>
                <a:cubicBezTo>
                  <a:pt x="152225" y="90619"/>
                  <a:pt x="153882" y="96390"/>
                  <a:pt x="153882" y="102588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167222" y="1317875"/>
            <a:ext cx="131312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Eye Conditions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7222" y="1573204"/>
            <a:ext cx="129488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Classes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7135" y="1956199"/>
            <a:ext cx="3337526" cy="875417"/>
          </a:xfrm>
          <a:custGeom>
            <a:avLst/>
            <a:gdLst/>
            <a:ahLst/>
            <a:cxnLst/>
            <a:rect l="l" t="t" r="r" b="b"/>
            <a:pathLst>
              <a:path w="3337526" h="875417">
                <a:moveTo>
                  <a:pt x="109427" y="0"/>
                </a:moveTo>
                <a:lnTo>
                  <a:pt x="3228099" y="0"/>
                </a:lnTo>
                <a:cubicBezTo>
                  <a:pt x="3288534" y="0"/>
                  <a:pt x="3337526" y="48992"/>
                  <a:pt x="3337526" y="109427"/>
                </a:cubicBezTo>
                <a:lnTo>
                  <a:pt x="3337526" y="765990"/>
                </a:lnTo>
                <a:cubicBezTo>
                  <a:pt x="3337526" y="826424"/>
                  <a:pt x="3288534" y="875417"/>
                  <a:pt x="3228099" y="875417"/>
                </a:cubicBezTo>
                <a:lnTo>
                  <a:pt x="109427" y="875417"/>
                </a:lnTo>
                <a:cubicBezTo>
                  <a:pt x="49033" y="875417"/>
                  <a:pt x="0" y="826384"/>
                  <a:pt x="0" y="765990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3038" y="2138578"/>
            <a:ext cx="61096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Jaundice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14636" y="2102102"/>
            <a:ext cx="820703" cy="291806"/>
          </a:xfrm>
          <a:custGeom>
            <a:avLst/>
            <a:gdLst/>
            <a:ahLst/>
            <a:cxnLst/>
            <a:rect l="l" t="t" r="r" b="b"/>
            <a:pathLst>
              <a:path w="820703" h="291806">
                <a:moveTo>
                  <a:pt x="145903" y="0"/>
                </a:moveTo>
                <a:lnTo>
                  <a:pt x="674800" y="0"/>
                </a:lnTo>
                <a:cubicBezTo>
                  <a:pt x="755380" y="0"/>
                  <a:pt x="820703" y="65323"/>
                  <a:pt x="820703" y="145903"/>
                </a:cubicBezTo>
                <a:lnTo>
                  <a:pt x="820703" y="145903"/>
                </a:lnTo>
                <a:cubicBezTo>
                  <a:pt x="820703" y="226483"/>
                  <a:pt x="755380" y="291806"/>
                  <a:pt x="674800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914636" y="2102102"/>
            <a:ext cx="893654" cy="291806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038" y="2466859"/>
            <a:ext cx="311867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Elevated bilirubin causing yellow sclera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135" y="2941043"/>
            <a:ext cx="3337526" cy="875417"/>
          </a:xfrm>
          <a:custGeom>
            <a:avLst/>
            <a:gdLst/>
            <a:ahLst/>
            <a:cxnLst/>
            <a:rect l="l" t="t" r="r" b="b"/>
            <a:pathLst>
              <a:path w="3337526" h="875417">
                <a:moveTo>
                  <a:pt x="109427" y="0"/>
                </a:moveTo>
                <a:lnTo>
                  <a:pt x="3228099" y="0"/>
                </a:lnTo>
                <a:cubicBezTo>
                  <a:pt x="3288534" y="0"/>
                  <a:pt x="3337526" y="48992"/>
                  <a:pt x="3337526" y="109427"/>
                </a:cubicBezTo>
                <a:lnTo>
                  <a:pt x="3337526" y="765990"/>
                </a:lnTo>
                <a:cubicBezTo>
                  <a:pt x="3337526" y="826424"/>
                  <a:pt x="3288534" y="875417"/>
                  <a:pt x="3228099" y="875417"/>
                </a:cubicBezTo>
                <a:lnTo>
                  <a:pt x="109427" y="875417"/>
                </a:lnTo>
                <a:cubicBezTo>
                  <a:pt x="49033" y="875417"/>
                  <a:pt x="0" y="826384"/>
                  <a:pt x="0" y="765990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3038" y="3123421"/>
            <a:ext cx="54713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33182" y="3086946"/>
            <a:ext cx="702157" cy="291806"/>
          </a:xfrm>
          <a:custGeom>
            <a:avLst/>
            <a:gdLst/>
            <a:ahLst/>
            <a:cxnLst/>
            <a:rect l="l" t="t" r="r" b="b"/>
            <a:pathLst>
              <a:path w="702157" h="291806">
                <a:moveTo>
                  <a:pt x="145903" y="0"/>
                </a:moveTo>
                <a:lnTo>
                  <a:pt x="556254" y="0"/>
                </a:lnTo>
                <a:cubicBezTo>
                  <a:pt x="636834" y="0"/>
                  <a:pt x="702157" y="65323"/>
                  <a:pt x="702157" y="145903"/>
                </a:cubicBezTo>
                <a:lnTo>
                  <a:pt x="702157" y="145903"/>
                </a:lnTo>
                <a:cubicBezTo>
                  <a:pt x="702157" y="226483"/>
                  <a:pt x="636834" y="291806"/>
                  <a:pt x="556254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033182" y="3086946"/>
            <a:ext cx="775108" cy="291806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038" y="3451702"/>
            <a:ext cx="311867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eye with no discoloration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999" y="1117258"/>
            <a:ext cx="3702283" cy="4595937"/>
          </a:xfrm>
          <a:custGeom>
            <a:avLst/>
            <a:gdLst/>
            <a:ahLst/>
            <a:cxnLst/>
            <a:rect l="l" t="t" r="r" b="b"/>
            <a:pathLst>
              <a:path w="3702283" h="4595937">
                <a:moveTo>
                  <a:pt x="145907" y="0"/>
                </a:moveTo>
                <a:lnTo>
                  <a:pt x="3556376" y="0"/>
                </a:lnTo>
                <a:cubicBezTo>
                  <a:pt x="3636958" y="0"/>
                  <a:pt x="3702283" y="65325"/>
                  <a:pt x="3702283" y="145907"/>
                </a:cubicBezTo>
                <a:lnTo>
                  <a:pt x="3702283" y="4450030"/>
                </a:lnTo>
                <a:cubicBezTo>
                  <a:pt x="3702283" y="4530612"/>
                  <a:pt x="3636958" y="4595937"/>
                  <a:pt x="3556376" y="4595937"/>
                </a:cubicBezTo>
                <a:lnTo>
                  <a:pt x="145907" y="4595937"/>
                </a:lnTo>
                <a:cubicBezTo>
                  <a:pt x="65325" y="4595937"/>
                  <a:pt x="0" y="4530612"/>
                  <a:pt x="0" y="4450030"/>
                </a:cubicBezTo>
                <a:lnTo>
                  <a:pt x="0" y="145907"/>
                </a:lnTo>
                <a:cubicBezTo>
                  <a:pt x="0" y="65379"/>
                  <a:pt x="65379" y="0"/>
                  <a:pt x="14590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4428377" y="1299637"/>
            <a:ext cx="510660" cy="510660"/>
          </a:xfrm>
          <a:custGeom>
            <a:avLst/>
            <a:gdLst/>
            <a:ahLst/>
            <a:cxnLst/>
            <a:rect l="l" t="t" r="r" b="b"/>
            <a:pathLst>
              <a:path w="510660" h="510660">
                <a:moveTo>
                  <a:pt x="109429" y="0"/>
                </a:moveTo>
                <a:lnTo>
                  <a:pt x="401230" y="0"/>
                </a:lnTo>
                <a:cubicBezTo>
                  <a:pt x="461626" y="0"/>
                  <a:pt x="510660" y="49034"/>
                  <a:pt x="510660" y="109429"/>
                </a:cubicBezTo>
                <a:lnTo>
                  <a:pt x="510660" y="401230"/>
                </a:lnTo>
                <a:cubicBezTo>
                  <a:pt x="510660" y="461626"/>
                  <a:pt x="461626" y="510660"/>
                  <a:pt x="401230" y="510660"/>
                </a:cubicBezTo>
                <a:lnTo>
                  <a:pt x="109429" y="510660"/>
                </a:lnTo>
                <a:cubicBezTo>
                  <a:pt x="49034" y="510660"/>
                  <a:pt x="0" y="461626"/>
                  <a:pt x="0" y="401230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66301" y="1418183"/>
            <a:ext cx="239372" cy="273568"/>
          </a:xfrm>
          <a:custGeom>
            <a:avLst/>
            <a:gdLst/>
            <a:ahLst/>
            <a:cxnLst/>
            <a:rect l="l" t="t" r="r" b="b"/>
            <a:pathLst>
              <a:path w="239372" h="273568">
                <a:moveTo>
                  <a:pt x="119686" y="132509"/>
                </a:moveTo>
                <a:cubicBezTo>
                  <a:pt x="155073" y="132509"/>
                  <a:pt x="183803" y="103779"/>
                  <a:pt x="183803" y="68392"/>
                </a:cubicBezTo>
                <a:cubicBezTo>
                  <a:pt x="183803" y="33005"/>
                  <a:pt x="155073" y="4274"/>
                  <a:pt x="119686" y="4274"/>
                </a:cubicBezTo>
                <a:cubicBezTo>
                  <a:pt x="84298" y="4274"/>
                  <a:pt x="55568" y="33005"/>
                  <a:pt x="55568" y="68392"/>
                </a:cubicBezTo>
                <a:cubicBezTo>
                  <a:pt x="55568" y="103779"/>
                  <a:pt x="84298" y="132509"/>
                  <a:pt x="119686" y="132509"/>
                </a:cubicBezTo>
                <a:close/>
                <a:moveTo>
                  <a:pt x="103817" y="162431"/>
                </a:moveTo>
                <a:cubicBezTo>
                  <a:pt x="51187" y="162431"/>
                  <a:pt x="8549" y="205069"/>
                  <a:pt x="8549" y="257699"/>
                </a:cubicBezTo>
                <a:cubicBezTo>
                  <a:pt x="8549" y="266461"/>
                  <a:pt x="15655" y="273568"/>
                  <a:pt x="24418" y="273568"/>
                </a:cubicBezTo>
                <a:lnTo>
                  <a:pt x="214954" y="273568"/>
                </a:lnTo>
                <a:cubicBezTo>
                  <a:pt x="223716" y="273568"/>
                  <a:pt x="230823" y="266461"/>
                  <a:pt x="230823" y="257699"/>
                </a:cubicBezTo>
                <a:cubicBezTo>
                  <a:pt x="230823" y="205069"/>
                  <a:pt x="188185" y="162431"/>
                  <a:pt x="135555" y="162431"/>
                </a:cubicBezTo>
                <a:lnTo>
                  <a:pt x="103817" y="1624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48464" y="1317875"/>
            <a:ext cx="1358720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Skin Conditions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48464" y="1573204"/>
            <a:ext cx="134048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Classes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28377" y="1956199"/>
            <a:ext cx="3337526" cy="656562"/>
          </a:xfrm>
          <a:custGeom>
            <a:avLst/>
            <a:gdLst/>
            <a:ahLst/>
            <a:cxnLst/>
            <a:rect l="l" t="t" r="r" b="b"/>
            <a:pathLst>
              <a:path w="3337526" h="656562">
                <a:moveTo>
                  <a:pt x="109429" y="0"/>
                </a:moveTo>
                <a:lnTo>
                  <a:pt x="3228097" y="0"/>
                </a:lnTo>
                <a:cubicBezTo>
                  <a:pt x="3288533" y="0"/>
                  <a:pt x="3337526" y="48993"/>
                  <a:pt x="3337526" y="109429"/>
                </a:cubicBezTo>
                <a:lnTo>
                  <a:pt x="3337526" y="547133"/>
                </a:lnTo>
                <a:cubicBezTo>
                  <a:pt x="3337526" y="607569"/>
                  <a:pt x="3288533" y="656562"/>
                  <a:pt x="3228097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37804" y="2065626"/>
            <a:ext cx="110339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37804" y="2284480"/>
            <a:ext cx="110339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Clogged follicles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60634" y="2138578"/>
            <a:ext cx="492422" cy="291806"/>
          </a:xfrm>
          <a:custGeom>
            <a:avLst/>
            <a:gdLst/>
            <a:ahLst/>
            <a:cxnLst/>
            <a:rect l="l" t="t" r="r" b="b"/>
            <a:pathLst>
              <a:path w="492422" h="291806">
                <a:moveTo>
                  <a:pt x="145903" y="0"/>
                </a:moveTo>
                <a:lnTo>
                  <a:pt x="346519" y="0"/>
                </a:lnTo>
                <a:cubicBezTo>
                  <a:pt x="427099" y="0"/>
                  <a:pt x="492422" y="65323"/>
                  <a:pt x="492422" y="145903"/>
                </a:cubicBezTo>
                <a:lnTo>
                  <a:pt x="492422" y="145903"/>
                </a:lnTo>
                <a:cubicBezTo>
                  <a:pt x="492422" y="226483"/>
                  <a:pt x="427099" y="291806"/>
                  <a:pt x="346519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160634" y="2138578"/>
            <a:ext cx="565373" cy="291806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8377" y="2685713"/>
            <a:ext cx="3337526" cy="656562"/>
          </a:xfrm>
          <a:custGeom>
            <a:avLst/>
            <a:gdLst/>
            <a:ahLst/>
            <a:cxnLst/>
            <a:rect l="l" t="t" r="r" b="b"/>
            <a:pathLst>
              <a:path w="3337526" h="656562">
                <a:moveTo>
                  <a:pt x="109429" y="0"/>
                </a:moveTo>
                <a:lnTo>
                  <a:pt x="3228097" y="0"/>
                </a:lnTo>
                <a:cubicBezTo>
                  <a:pt x="3288533" y="0"/>
                  <a:pt x="3337526" y="48993"/>
                  <a:pt x="3337526" y="109429"/>
                </a:cubicBezTo>
                <a:lnTo>
                  <a:pt x="3337526" y="547133"/>
                </a:lnTo>
                <a:cubicBezTo>
                  <a:pt x="3337526" y="607569"/>
                  <a:pt x="3288533" y="656562"/>
                  <a:pt x="3228097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37804" y="2795140"/>
            <a:ext cx="145902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Eczema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37804" y="3013994"/>
            <a:ext cx="145902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Inflammatory patches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32353" y="2868091"/>
            <a:ext cx="820703" cy="291806"/>
          </a:xfrm>
          <a:custGeom>
            <a:avLst/>
            <a:gdLst/>
            <a:ahLst/>
            <a:cxnLst/>
            <a:rect l="l" t="t" r="r" b="b"/>
            <a:pathLst>
              <a:path w="820703" h="291806">
                <a:moveTo>
                  <a:pt x="145903" y="0"/>
                </a:moveTo>
                <a:lnTo>
                  <a:pt x="674800" y="0"/>
                </a:lnTo>
                <a:cubicBezTo>
                  <a:pt x="755380" y="0"/>
                  <a:pt x="820703" y="65323"/>
                  <a:pt x="820703" y="145903"/>
                </a:cubicBezTo>
                <a:lnTo>
                  <a:pt x="820703" y="145903"/>
                </a:lnTo>
                <a:cubicBezTo>
                  <a:pt x="820703" y="226483"/>
                  <a:pt x="755380" y="291806"/>
                  <a:pt x="674800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832353" y="2868091"/>
            <a:ext cx="893654" cy="291806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28377" y="3415227"/>
            <a:ext cx="3337526" cy="656562"/>
          </a:xfrm>
          <a:custGeom>
            <a:avLst/>
            <a:gdLst/>
            <a:ahLst/>
            <a:cxnLst/>
            <a:rect l="l" t="t" r="r" b="b"/>
            <a:pathLst>
              <a:path w="3337526" h="656562">
                <a:moveTo>
                  <a:pt x="109429" y="0"/>
                </a:moveTo>
                <a:lnTo>
                  <a:pt x="3228097" y="0"/>
                </a:lnTo>
                <a:cubicBezTo>
                  <a:pt x="3288533" y="0"/>
                  <a:pt x="3337526" y="48993"/>
                  <a:pt x="3337526" y="109429"/>
                </a:cubicBezTo>
                <a:lnTo>
                  <a:pt x="3337526" y="547133"/>
                </a:lnTo>
                <a:cubicBezTo>
                  <a:pt x="3337526" y="607569"/>
                  <a:pt x="3288533" y="656562"/>
                  <a:pt x="3228097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37804" y="3524654"/>
            <a:ext cx="85717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Herpes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37804" y="3743508"/>
            <a:ext cx="85717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Viral blisters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32353" y="3597605"/>
            <a:ext cx="820703" cy="291806"/>
          </a:xfrm>
          <a:custGeom>
            <a:avLst/>
            <a:gdLst/>
            <a:ahLst/>
            <a:cxnLst/>
            <a:rect l="l" t="t" r="r" b="b"/>
            <a:pathLst>
              <a:path w="820703" h="291806">
                <a:moveTo>
                  <a:pt x="145903" y="0"/>
                </a:moveTo>
                <a:lnTo>
                  <a:pt x="674800" y="0"/>
                </a:lnTo>
                <a:cubicBezTo>
                  <a:pt x="755380" y="0"/>
                  <a:pt x="820703" y="65323"/>
                  <a:pt x="820703" y="145903"/>
                </a:cubicBezTo>
                <a:lnTo>
                  <a:pt x="820703" y="145903"/>
                </a:lnTo>
                <a:cubicBezTo>
                  <a:pt x="820703" y="226483"/>
                  <a:pt x="755380" y="291806"/>
                  <a:pt x="674800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832353" y="3597605"/>
            <a:ext cx="893654" cy="291806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28377" y="4144741"/>
            <a:ext cx="3337526" cy="656562"/>
          </a:xfrm>
          <a:custGeom>
            <a:avLst/>
            <a:gdLst/>
            <a:ahLst/>
            <a:cxnLst/>
            <a:rect l="l" t="t" r="r" b="b"/>
            <a:pathLst>
              <a:path w="3337526" h="656562">
                <a:moveTo>
                  <a:pt x="109429" y="0"/>
                </a:moveTo>
                <a:lnTo>
                  <a:pt x="3228097" y="0"/>
                </a:lnTo>
                <a:cubicBezTo>
                  <a:pt x="3288533" y="0"/>
                  <a:pt x="3337526" y="48993"/>
                  <a:pt x="3337526" y="109429"/>
                </a:cubicBezTo>
                <a:lnTo>
                  <a:pt x="3337526" y="547133"/>
                </a:lnTo>
                <a:cubicBezTo>
                  <a:pt x="3337526" y="607569"/>
                  <a:pt x="3288533" y="656562"/>
                  <a:pt x="3228097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37804" y="4254168"/>
            <a:ext cx="102131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Panu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37804" y="4473022"/>
            <a:ext cx="102131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Fungal patches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60634" y="4327119"/>
            <a:ext cx="492422" cy="291806"/>
          </a:xfrm>
          <a:custGeom>
            <a:avLst/>
            <a:gdLst/>
            <a:ahLst/>
            <a:cxnLst/>
            <a:rect l="l" t="t" r="r" b="b"/>
            <a:pathLst>
              <a:path w="492422" h="291806">
                <a:moveTo>
                  <a:pt x="145903" y="0"/>
                </a:moveTo>
                <a:lnTo>
                  <a:pt x="346519" y="0"/>
                </a:lnTo>
                <a:cubicBezTo>
                  <a:pt x="427099" y="0"/>
                  <a:pt x="492422" y="65323"/>
                  <a:pt x="492422" y="145903"/>
                </a:cubicBezTo>
                <a:lnTo>
                  <a:pt x="492422" y="145903"/>
                </a:lnTo>
                <a:cubicBezTo>
                  <a:pt x="492422" y="226483"/>
                  <a:pt x="427099" y="291806"/>
                  <a:pt x="346519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160634" y="4327119"/>
            <a:ext cx="565373" cy="291806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28377" y="4874254"/>
            <a:ext cx="3337526" cy="656562"/>
          </a:xfrm>
          <a:custGeom>
            <a:avLst/>
            <a:gdLst/>
            <a:ahLst/>
            <a:cxnLst/>
            <a:rect l="l" t="t" r="r" b="b"/>
            <a:pathLst>
              <a:path w="3337526" h="656562">
                <a:moveTo>
                  <a:pt x="109429" y="0"/>
                </a:moveTo>
                <a:lnTo>
                  <a:pt x="3228097" y="0"/>
                </a:lnTo>
                <a:cubicBezTo>
                  <a:pt x="3288533" y="0"/>
                  <a:pt x="3337526" y="48993"/>
                  <a:pt x="3337526" y="109429"/>
                </a:cubicBezTo>
                <a:lnTo>
                  <a:pt x="3337526" y="547133"/>
                </a:lnTo>
                <a:cubicBezTo>
                  <a:pt x="3337526" y="607569"/>
                  <a:pt x="3288533" y="656562"/>
                  <a:pt x="3228097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37804" y="4983682"/>
            <a:ext cx="96660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Rosacea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37804" y="5202536"/>
            <a:ext cx="96660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redness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32353" y="5056633"/>
            <a:ext cx="820703" cy="291806"/>
          </a:xfrm>
          <a:custGeom>
            <a:avLst/>
            <a:gdLst/>
            <a:ahLst/>
            <a:cxnLst/>
            <a:rect l="l" t="t" r="r" b="b"/>
            <a:pathLst>
              <a:path w="820703" h="291806">
                <a:moveTo>
                  <a:pt x="145903" y="0"/>
                </a:moveTo>
                <a:lnTo>
                  <a:pt x="674800" y="0"/>
                </a:lnTo>
                <a:cubicBezTo>
                  <a:pt x="755380" y="0"/>
                  <a:pt x="820703" y="65323"/>
                  <a:pt x="820703" y="145903"/>
                </a:cubicBezTo>
                <a:lnTo>
                  <a:pt x="820703" y="145903"/>
                </a:lnTo>
                <a:cubicBezTo>
                  <a:pt x="820703" y="226483"/>
                  <a:pt x="755380" y="291806"/>
                  <a:pt x="674800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832353" y="5056633"/>
            <a:ext cx="893654" cy="291806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27240" y="1117258"/>
            <a:ext cx="3702283" cy="4595937"/>
          </a:xfrm>
          <a:custGeom>
            <a:avLst/>
            <a:gdLst/>
            <a:ahLst/>
            <a:cxnLst/>
            <a:rect l="l" t="t" r="r" b="b"/>
            <a:pathLst>
              <a:path w="3702283" h="4595937">
                <a:moveTo>
                  <a:pt x="145907" y="0"/>
                </a:moveTo>
                <a:lnTo>
                  <a:pt x="3556376" y="0"/>
                </a:lnTo>
                <a:cubicBezTo>
                  <a:pt x="3636958" y="0"/>
                  <a:pt x="3702283" y="65325"/>
                  <a:pt x="3702283" y="145907"/>
                </a:cubicBezTo>
                <a:lnTo>
                  <a:pt x="3702283" y="4450030"/>
                </a:lnTo>
                <a:cubicBezTo>
                  <a:pt x="3702283" y="4530612"/>
                  <a:pt x="3636958" y="4595937"/>
                  <a:pt x="3556376" y="4595937"/>
                </a:cubicBezTo>
                <a:lnTo>
                  <a:pt x="145907" y="4595937"/>
                </a:lnTo>
                <a:cubicBezTo>
                  <a:pt x="65325" y="4595937"/>
                  <a:pt x="0" y="4530612"/>
                  <a:pt x="0" y="4450030"/>
                </a:cubicBezTo>
                <a:lnTo>
                  <a:pt x="0" y="145907"/>
                </a:lnTo>
                <a:cubicBezTo>
                  <a:pt x="0" y="65379"/>
                  <a:pt x="65379" y="0"/>
                  <a:pt x="14590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4F4F"/>
              </a:gs>
              <a:gs pos="100000">
                <a:srgbClr val="0D4F4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8309619" y="1299637"/>
            <a:ext cx="510660" cy="510660"/>
          </a:xfrm>
          <a:custGeom>
            <a:avLst/>
            <a:gdLst/>
            <a:ahLst/>
            <a:cxnLst/>
            <a:rect l="l" t="t" r="r" b="b"/>
            <a:pathLst>
              <a:path w="510660" h="510660">
                <a:moveTo>
                  <a:pt x="109429" y="0"/>
                </a:moveTo>
                <a:lnTo>
                  <a:pt x="401230" y="0"/>
                </a:lnTo>
                <a:cubicBezTo>
                  <a:pt x="461626" y="0"/>
                  <a:pt x="510660" y="49034"/>
                  <a:pt x="510660" y="109429"/>
                </a:cubicBezTo>
                <a:lnTo>
                  <a:pt x="510660" y="401230"/>
                </a:lnTo>
                <a:cubicBezTo>
                  <a:pt x="510660" y="461626"/>
                  <a:pt x="461626" y="510660"/>
                  <a:pt x="401230" y="510660"/>
                </a:cubicBezTo>
                <a:lnTo>
                  <a:pt x="109429" y="510660"/>
                </a:lnTo>
                <a:cubicBezTo>
                  <a:pt x="49034" y="510660"/>
                  <a:pt x="0" y="461626"/>
                  <a:pt x="0" y="401230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96248" y="1418183"/>
            <a:ext cx="341960" cy="273568"/>
          </a:xfrm>
          <a:custGeom>
            <a:avLst/>
            <a:gdLst/>
            <a:ahLst/>
            <a:cxnLst/>
            <a:rect l="l" t="t" r="r" b="b"/>
            <a:pathLst>
              <a:path w="341960" h="273568">
                <a:moveTo>
                  <a:pt x="170980" y="0"/>
                </a:moveTo>
                <a:cubicBezTo>
                  <a:pt x="180437" y="0"/>
                  <a:pt x="188078" y="7641"/>
                  <a:pt x="188078" y="17098"/>
                </a:cubicBezTo>
                <a:lnTo>
                  <a:pt x="188078" y="128235"/>
                </a:lnTo>
                <a:cubicBezTo>
                  <a:pt x="188078" y="132937"/>
                  <a:pt x="191925" y="136784"/>
                  <a:pt x="196627" y="136784"/>
                </a:cubicBezTo>
                <a:cubicBezTo>
                  <a:pt x="201329" y="136784"/>
                  <a:pt x="205176" y="132937"/>
                  <a:pt x="205176" y="128235"/>
                </a:cubicBezTo>
                <a:lnTo>
                  <a:pt x="205176" y="34196"/>
                </a:lnTo>
                <a:cubicBezTo>
                  <a:pt x="205176" y="24739"/>
                  <a:pt x="212816" y="17098"/>
                  <a:pt x="222274" y="17098"/>
                </a:cubicBezTo>
                <a:cubicBezTo>
                  <a:pt x="231731" y="17098"/>
                  <a:pt x="239372" y="24739"/>
                  <a:pt x="239372" y="34196"/>
                </a:cubicBezTo>
                <a:lnTo>
                  <a:pt x="239372" y="128235"/>
                </a:lnTo>
                <a:cubicBezTo>
                  <a:pt x="239372" y="132937"/>
                  <a:pt x="243219" y="136784"/>
                  <a:pt x="247921" y="136784"/>
                </a:cubicBezTo>
                <a:cubicBezTo>
                  <a:pt x="252623" y="136784"/>
                  <a:pt x="256470" y="132937"/>
                  <a:pt x="256470" y="128235"/>
                </a:cubicBezTo>
                <a:lnTo>
                  <a:pt x="256470" y="68392"/>
                </a:lnTo>
                <a:cubicBezTo>
                  <a:pt x="256470" y="58935"/>
                  <a:pt x="264110" y="51294"/>
                  <a:pt x="273568" y="51294"/>
                </a:cubicBezTo>
                <a:cubicBezTo>
                  <a:pt x="283025" y="51294"/>
                  <a:pt x="290666" y="58935"/>
                  <a:pt x="290666" y="68392"/>
                </a:cubicBezTo>
                <a:lnTo>
                  <a:pt x="290666" y="163606"/>
                </a:lnTo>
                <a:cubicBezTo>
                  <a:pt x="280407" y="166492"/>
                  <a:pt x="272125" y="174506"/>
                  <a:pt x="269079" y="185139"/>
                </a:cubicBezTo>
                <a:lnTo>
                  <a:pt x="265606" y="197268"/>
                </a:lnTo>
                <a:lnTo>
                  <a:pt x="253478" y="200741"/>
                </a:lnTo>
                <a:cubicBezTo>
                  <a:pt x="240013" y="204588"/>
                  <a:pt x="230769" y="216877"/>
                  <a:pt x="230769" y="230876"/>
                </a:cubicBezTo>
                <a:cubicBezTo>
                  <a:pt x="230769" y="242684"/>
                  <a:pt x="237395" y="253317"/>
                  <a:pt x="247547" y="258607"/>
                </a:cubicBezTo>
                <a:cubicBezTo>
                  <a:pt x="232853" y="268118"/>
                  <a:pt x="215381" y="273621"/>
                  <a:pt x="196573" y="273621"/>
                </a:cubicBezTo>
                <a:lnTo>
                  <a:pt x="186315" y="273621"/>
                </a:lnTo>
                <a:cubicBezTo>
                  <a:pt x="154470" y="273621"/>
                  <a:pt x="123853" y="261385"/>
                  <a:pt x="100825" y="239425"/>
                </a:cubicBezTo>
                <a:lnTo>
                  <a:pt x="40821" y="182200"/>
                </a:lnTo>
                <a:cubicBezTo>
                  <a:pt x="32272" y="174079"/>
                  <a:pt x="31952" y="160507"/>
                  <a:pt x="40073" y="151958"/>
                </a:cubicBezTo>
                <a:cubicBezTo>
                  <a:pt x="48195" y="143409"/>
                  <a:pt x="61766" y="143089"/>
                  <a:pt x="70315" y="151210"/>
                </a:cubicBezTo>
                <a:lnTo>
                  <a:pt x="102641" y="181987"/>
                </a:lnTo>
                <a:cubicBezTo>
                  <a:pt x="102641" y="181185"/>
                  <a:pt x="102588" y="180330"/>
                  <a:pt x="102588" y="179529"/>
                </a:cubicBezTo>
                <a:lnTo>
                  <a:pt x="102588" y="34196"/>
                </a:lnTo>
                <a:cubicBezTo>
                  <a:pt x="102588" y="24739"/>
                  <a:pt x="110229" y="17098"/>
                  <a:pt x="119686" y="17098"/>
                </a:cubicBezTo>
                <a:cubicBezTo>
                  <a:pt x="129143" y="17098"/>
                  <a:pt x="136784" y="24739"/>
                  <a:pt x="136784" y="34196"/>
                </a:cubicBezTo>
                <a:lnTo>
                  <a:pt x="136784" y="128235"/>
                </a:lnTo>
                <a:cubicBezTo>
                  <a:pt x="136784" y="132937"/>
                  <a:pt x="140631" y="136784"/>
                  <a:pt x="145333" y="136784"/>
                </a:cubicBezTo>
                <a:cubicBezTo>
                  <a:pt x="150035" y="136784"/>
                  <a:pt x="153882" y="132937"/>
                  <a:pt x="153882" y="128235"/>
                </a:cubicBezTo>
                <a:lnTo>
                  <a:pt x="153882" y="17098"/>
                </a:lnTo>
                <a:cubicBezTo>
                  <a:pt x="153882" y="7641"/>
                  <a:pt x="161522" y="0"/>
                  <a:pt x="170980" y="0"/>
                </a:cubicBezTo>
                <a:close/>
                <a:moveTo>
                  <a:pt x="167079" y="174506"/>
                </a:moveTo>
                <a:cubicBezTo>
                  <a:pt x="166492" y="172422"/>
                  <a:pt x="164568" y="170980"/>
                  <a:pt x="162431" y="170980"/>
                </a:cubicBezTo>
                <a:cubicBezTo>
                  <a:pt x="160294" y="170980"/>
                  <a:pt x="158370" y="172422"/>
                  <a:pt x="157782" y="174506"/>
                </a:cubicBezTo>
                <a:lnTo>
                  <a:pt x="153882" y="188078"/>
                </a:lnTo>
                <a:lnTo>
                  <a:pt x="140310" y="191978"/>
                </a:lnTo>
                <a:cubicBezTo>
                  <a:pt x="138226" y="192566"/>
                  <a:pt x="136784" y="194490"/>
                  <a:pt x="136784" y="196627"/>
                </a:cubicBezTo>
                <a:cubicBezTo>
                  <a:pt x="136784" y="198764"/>
                  <a:pt x="138226" y="200688"/>
                  <a:pt x="140310" y="201275"/>
                </a:cubicBezTo>
                <a:lnTo>
                  <a:pt x="153882" y="205176"/>
                </a:lnTo>
                <a:lnTo>
                  <a:pt x="157782" y="218747"/>
                </a:lnTo>
                <a:cubicBezTo>
                  <a:pt x="158370" y="220831"/>
                  <a:pt x="160294" y="222274"/>
                  <a:pt x="162431" y="222274"/>
                </a:cubicBezTo>
                <a:cubicBezTo>
                  <a:pt x="164568" y="222274"/>
                  <a:pt x="166492" y="220831"/>
                  <a:pt x="167079" y="218747"/>
                </a:cubicBezTo>
                <a:lnTo>
                  <a:pt x="170980" y="205176"/>
                </a:lnTo>
                <a:lnTo>
                  <a:pt x="184551" y="201275"/>
                </a:lnTo>
                <a:cubicBezTo>
                  <a:pt x="186635" y="200688"/>
                  <a:pt x="188078" y="198764"/>
                  <a:pt x="188078" y="196627"/>
                </a:cubicBezTo>
                <a:cubicBezTo>
                  <a:pt x="188078" y="194490"/>
                  <a:pt x="186635" y="192566"/>
                  <a:pt x="184551" y="191978"/>
                </a:cubicBezTo>
                <a:lnTo>
                  <a:pt x="170980" y="188078"/>
                </a:lnTo>
                <a:lnTo>
                  <a:pt x="167079" y="174506"/>
                </a:lnTo>
                <a:close/>
                <a:moveTo>
                  <a:pt x="55568" y="64117"/>
                </a:moveTo>
                <a:lnTo>
                  <a:pt x="81376" y="71491"/>
                </a:lnTo>
                <a:cubicBezTo>
                  <a:pt x="83834" y="72186"/>
                  <a:pt x="85490" y="74430"/>
                  <a:pt x="85490" y="76941"/>
                </a:cubicBezTo>
                <a:cubicBezTo>
                  <a:pt x="85490" y="79452"/>
                  <a:pt x="83834" y="81696"/>
                  <a:pt x="81376" y="82391"/>
                </a:cubicBezTo>
                <a:lnTo>
                  <a:pt x="55568" y="89764"/>
                </a:lnTo>
                <a:lnTo>
                  <a:pt x="48195" y="115572"/>
                </a:lnTo>
                <a:cubicBezTo>
                  <a:pt x="47500" y="118029"/>
                  <a:pt x="45256" y="119686"/>
                  <a:pt x="42745" y="119686"/>
                </a:cubicBezTo>
                <a:cubicBezTo>
                  <a:pt x="40234" y="119686"/>
                  <a:pt x="37990" y="118029"/>
                  <a:pt x="37295" y="115572"/>
                </a:cubicBezTo>
                <a:lnTo>
                  <a:pt x="29921" y="89764"/>
                </a:lnTo>
                <a:lnTo>
                  <a:pt x="4114" y="82391"/>
                </a:lnTo>
                <a:cubicBezTo>
                  <a:pt x="1656" y="81696"/>
                  <a:pt x="0" y="79452"/>
                  <a:pt x="0" y="76941"/>
                </a:cubicBezTo>
                <a:cubicBezTo>
                  <a:pt x="0" y="74430"/>
                  <a:pt x="1656" y="72186"/>
                  <a:pt x="4114" y="71491"/>
                </a:cubicBezTo>
                <a:lnTo>
                  <a:pt x="29921" y="64117"/>
                </a:lnTo>
                <a:lnTo>
                  <a:pt x="37295" y="38310"/>
                </a:lnTo>
                <a:cubicBezTo>
                  <a:pt x="37990" y="35852"/>
                  <a:pt x="40234" y="34196"/>
                  <a:pt x="42745" y="34196"/>
                </a:cubicBezTo>
                <a:cubicBezTo>
                  <a:pt x="45256" y="34196"/>
                  <a:pt x="47500" y="35852"/>
                  <a:pt x="48195" y="38310"/>
                </a:cubicBezTo>
                <a:lnTo>
                  <a:pt x="55568" y="64117"/>
                </a:lnTo>
                <a:close/>
                <a:moveTo>
                  <a:pt x="312038" y="217999"/>
                </a:moveTo>
                <a:lnTo>
                  <a:pt x="337845" y="225373"/>
                </a:lnTo>
                <a:cubicBezTo>
                  <a:pt x="340303" y="226067"/>
                  <a:pt x="341960" y="228311"/>
                  <a:pt x="341960" y="230823"/>
                </a:cubicBezTo>
                <a:cubicBezTo>
                  <a:pt x="341960" y="233334"/>
                  <a:pt x="340303" y="235578"/>
                  <a:pt x="337845" y="236273"/>
                </a:cubicBezTo>
                <a:lnTo>
                  <a:pt x="312038" y="243646"/>
                </a:lnTo>
                <a:lnTo>
                  <a:pt x="304665" y="269453"/>
                </a:lnTo>
                <a:cubicBezTo>
                  <a:pt x="303970" y="271911"/>
                  <a:pt x="301726" y="273568"/>
                  <a:pt x="299215" y="273568"/>
                </a:cubicBezTo>
                <a:cubicBezTo>
                  <a:pt x="296703" y="273568"/>
                  <a:pt x="294459" y="271911"/>
                  <a:pt x="293765" y="269453"/>
                </a:cubicBezTo>
                <a:lnTo>
                  <a:pt x="286391" y="243646"/>
                </a:lnTo>
                <a:lnTo>
                  <a:pt x="260584" y="236273"/>
                </a:lnTo>
                <a:cubicBezTo>
                  <a:pt x="258126" y="235578"/>
                  <a:pt x="256470" y="233334"/>
                  <a:pt x="256470" y="230823"/>
                </a:cubicBezTo>
                <a:cubicBezTo>
                  <a:pt x="256470" y="228311"/>
                  <a:pt x="258126" y="226067"/>
                  <a:pt x="260584" y="225373"/>
                </a:cubicBezTo>
                <a:lnTo>
                  <a:pt x="286391" y="217999"/>
                </a:lnTo>
                <a:lnTo>
                  <a:pt x="293765" y="192192"/>
                </a:lnTo>
                <a:cubicBezTo>
                  <a:pt x="294459" y="189734"/>
                  <a:pt x="296703" y="188078"/>
                  <a:pt x="299215" y="188078"/>
                </a:cubicBezTo>
                <a:cubicBezTo>
                  <a:pt x="301726" y="188078"/>
                  <a:pt x="303970" y="189734"/>
                  <a:pt x="304665" y="192192"/>
                </a:cubicBezTo>
                <a:lnTo>
                  <a:pt x="312038" y="217999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53" name="Text 51"/>
          <p:cNvSpPr/>
          <p:nvPr/>
        </p:nvSpPr>
        <p:spPr>
          <a:xfrm>
            <a:off x="8929705" y="1317875"/>
            <a:ext cx="133136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Nail Conditions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29705" y="1573204"/>
            <a:ext cx="131312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17+ Classes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09619" y="1956199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346094" y="2029151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013147" y="1956199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49623" y="2029151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Onychomycosis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09619" y="2393907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346094" y="2466859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Psoriasis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013147" y="2393907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049623" y="2466859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Alopecia Areata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09619" y="2831616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346094" y="2904567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Beau's Lines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13147" y="2831616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049623" y="2904567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Bluish Nail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09619" y="3269324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8346094" y="3342275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Clubbing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013147" y="3269324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0049623" y="3342275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Darier's Disease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309619" y="3707032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346094" y="3779984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Half &amp; Half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13147" y="3707032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0049623" y="3779984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Koilonychia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09619" y="4144741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8346094" y="4217692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Leukonychia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013147" y="4144741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0049623" y="4217692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Lindsay's Nails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309619" y="4582449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8346094" y="4655400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Muehrcke's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0013147" y="4582449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049623" y="4655400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Onychogryphosis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309619" y="5020157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8346094" y="5093109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Onycholysis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0013147" y="5020157"/>
            <a:ext cx="1632287" cy="364757"/>
          </a:xfrm>
          <a:custGeom>
            <a:avLst/>
            <a:gdLst/>
            <a:ahLst/>
            <a:cxnLst/>
            <a:rect l="l" t="t" r="r" b="b"/>
            <a:pathLst>
              <a:path w="1632287" h="364757">
                <a:moveTo>
                  <a:pt x="72951" y="0"/>
                </a:moveTo>
                <a:lnTo>
                  <a:pt x="1559336" y="0"/>
                </a:lnTo>
                <a:cubicBezTo>
                  <a:pt x="1599626" y="0"/>
                  <a:pt x="1632287" y="32661"/>
                  <a:pt x="1632287" y="72951"/>
                </a:cubicBezTo>
                <a:lnTo>
                  <a:pt x="1632287" y="291806"/>
                </a:lnTo>
                <a:cubicBezTo>
                  <a:pt x="1632287" y="332095"/>
                  <a:pt x="1599626" y="364757"/>
                  <a:pt x="155933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10049623" y="5093109"/>
            <a:ext cx="15593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Pale Nail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373876" y="5868217"/>
            <a:ext cx="11444248" cy="820703"/>
          </a:xfrm>
          <a:custGeom>
            <a:avLst/>
            <a:gdLst/>
            <a:ahLst/>
            <a:cxnLst/>
            <a:rect l="l" t="t" r="r" b="b"/>
            <a:pathLst>
              <a:path w="11444248" h="820703">
                <a:moveTo>
                  <a:pt x="145905" y="0"/>
                </a:moveTo>
                <a:lnTo>
                  <a:pt x="11298344" y="0"/>
                </a:lnTo>
                <a:cubicBezTo>
                  <a:pt x="11378925" y="0"/>
                  <a:pt x="11444248" y="65324"/>
                  <a:pt x="11444248" y="145905"/>
                </a:cubicBezTo>
                <a:lnTo>
                  <a:pt x="11444248" y="674798"/>
                </a:lnTo>
                <a:cubicBezTo>
                  <a:pt x="11444248" y="755379"/>
                  <a:pt x="11378925" y="820703"/>
                  <a:pt x="11298344" y="820703"/>
                </a:cubicBezTo>
                <a:lnTo>
                  <a:pt x="145905" y="820703"/>
                </a:lnTo>
                <a:cubicBezTo>
                  <a:pt x="65378" y="820703"/>
                  <a:pt x="0" y="755325"/>
                  <a:pt x="0" y="674798"/>
                </a:cubicBezTo>
                <a:lnTo>
                  <a:pt x="0" y="145905"/>
                </a:lnTo>
                <a:cubicBezTo>
                  <a:pt x="0" y="65324"/>
                  <a:pt x="65324" y="0"/>
                  <a:pt x="1459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10000"/>
                </a:srgbClr>
              </a:gs>
              <a:gs pos="100000">
                <a:srgbClr val="14B8A6">
                  <a:alpha val="10000"/>
                </a:srgbClr>
              </a:gs>
            </a:gsLst>
            <a:lin ang="0" scaled="1"/>
          </a:gradFill>
          <a:ln w="25400">
            <a:solidFill>
              <a:srgbClr val="00D4AA">
                <a:alpha val="30196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73432" y="6059714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109427" y="0"/>
                </a:moveTo>
                <a:lnTo>
                  <a:pt x="328281" y="0"/>
                </a:lnTo>
                <a:cubicBezTo>
                  <a:pt x="388676" y="0"/>
                  <a:pt x="437708" y="49033"/>
                  <a:pt x="437708" y="109427"/>
                </a:cubicBezTo>
                <a:lnTo>
                  <a:pt x="437708" y="328281"/>
                </a:lnTo>
                <a:cubicBezTo>
                  <a:pt x="437708" y="388716"/>
                  <a:pt x="388716" y="437708"/>
                  <a:pt x="328281" y="437708"/>
                </a:cubicBezTo>
                <a:lnTo>
                  <a:pt x="109427" y="437708"/>
                </a:lnTo>
                <a:cubicBezTo>
                  <a:pt x="49033" y="437708"/>
                  <a:pt x="0" y="388676"/>
                  <a:pt x="0" y="328281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489698" y="6187379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1399" y="17098"/>
                </a:moveTo>
                <a:cubicBezTo>
                  <a:pt x="11399" y="7658"/>
                  <a:pt x="19057" y="0"/>
                  <a:pt x="28497" y="0"/>
                </a:cubicBezTo>
                <a:lnTo>
                  <a:pt x="45595" y="0"/>
                </a:lnTo>
                <a:cubicBezTo>
                  <a:pt x="51899" y="0"/>
                  <a:pt x="56993" y="5094"/>
                  <a:pt x="56993" y="11399"/>
                </a:cubicBezTo>
                <a:cubicBezTo>
                  <a:pt x="56993" y="17704"/>
                  <a:pt x="51899" y="22797"/>
                  <a:pt x="45595" y="22797"/>
                </a:cubicBezTo>
                <a:lnTo>
                  <a:pt x="34196" y="22797"/>
                </a:lnTo>
                <a:lnTo>
                  <a:pt x="34196" y="68392"/>
                </a:lnTo>
                <a:cubicBezTo>
                  <a:pt x="34196" y="87271"/>
                  <a:pt x="49513" y="102588"/>
                  <a:pt x="68392" y="102588"/>
                </a:cubicBezTo>
                <a:cubicBezTo>
                  <a:pt x="87271" y="102588"/>
                  <a:pt x="102588" y="87271"/>
                  <a:pt x="102588" y="68392"/>
                </a:cubicBezTo>
                <a:lnTo>
                  <a:pt x="102588" y="22797"/>
                </a:lnTo>
                <a:lnTo>
                  <a:pt x="91189" y="22797"/>
                </a:lnTo>
                <a:cubicBezTo>
                  <a:pt x="84884" y="22797"/>
                  <a:pt x="79791" y="17704"/>
                  <a:pt x="79791" y="11399"/>
                </a:cubicBezTo>
                <a:cubicBezTo>
                  <a:pt x="79791" y="5094"/>
                  <a:pt x="84884" y="0"/>
                  <a:pt x="91189" y="0"/>
                </a:cubicBezTo>
                <a:lnTo>
                  <a:pt x="108287" y="0"/>
                </a:lnTo>
                <a:cubicBezTo>
                  <a:pt x="117727" y="0"/>
                  <a:pt x="125385" y="7658"/>
                  <a:pt x="125385" y="17098"/>
                </a:cubicBezTo>
                <a:lnTo>
                  <a:pt x="125385" y="68392"/>
                </a:lnTo>
                <a:cubicBezTo>
                  <a:pt x="125385" y="95962"/>
                  <a:pt x="105794" y="118973"/>
                  <a:pt x="79791" y="124245"/>
                </a:cubicBezTo>
                <a:lnTo>
                  <a:pt x="79791" y="131085"/>
                </a:lnTo>
                <a:cubicBezTo>
                  <a:pt x="79791" y="153134"/>
                  <a:pt x="97637" y="170980"/>
                  <a:pt x="119686" y="170980"/>
                </a:cubicBezTo>
                <a:cubicBezTo>
                  <a:pt x="141735" y="170980"/>
                  <a:pt x="159581" y="153134"/>
                  <a:pt x="159581" y="131085"/>
                </a:cubicBezTo>
                <a:lnTo>
                  <a:pt x="159581" y="100629"/>
                </a:lnTo>
                <a:cubicBezTo>
                  <a:pt x="146295" y="95927"/>
                  <a:pt x="136784" y="83281"/>
                  <a:pt x="136784" y="68392"/>
                </a:cubicBezTo>
                <a:cubicBezTo>
                  <a:pt x="136784" y="49513"/>
                  <a:pt x="152101" y="34196"/>
                  <a:pt x="170980" y="34196"/>
                </a:cubicBezTo>
                <a:cubicBezTo>
                  <a:pt x="189859" y="34196"/>
                  <a:pt x="205176" y="49513"/>
                  <a:pt x="205176" y="68392"/>
                </a:cubicBezTo>
                <a:cubicBezTo>
                  <a:pt x="205176" y="83281"/>
                  <a:pt x="195665" y="95962"/>
                  <a:pt x="182378" y="100629"/>
                </a:cubicBezTo>
                <a:lnTo>
                  <a:pt x="182378" y="131085"/>
                </a:lnTo>
                <a:cubicBezTo>
                  <a:pt x="182378" y="165708"/>
                  <a:pt x="154309" y="193777"/>
                  <a:pt x="119686" y="193777"/>
                </a:cubicBezTo>
                <a:cubicBezTo>
                  <a:pt x="85062" y="193777"/>
                  <a:pt x="56993" y="165708"/>
                  <a:pt x="56993" y="131085"/>
                </a:cubicBezTo>
                <a:lnTo>
                  <a:pt x="56993" y="124245"/>
                </a:lnTo>
                <a:cubicBezTo>
                  <a:pt x="30990" y="118973"/>
                  <a:pt x="11399" y="95962"/>
                  <a:pt x="11399" y="68392"/>
                </a:cubicBezTo>
                <a:lnTo>
                  <a:pt x="11399" y="17098"/>
                </a:lnTo>
                <a:close/>
                <a:moveTo>
                  <a:pt x="170980" y="79791"/>
                </a:moveTo>
                <a:cubicBezTo>
                  <a:pt x="177271" y="79791"/>
                  <a:pt x="182378" y="74683"/>
                  <a:pt x="182378" y="68392"/>
                </a:cubicBezTo>
                <a:cubicBezTo>
                  <a:pt x="182378" y="62101"/>
                  <a:pt x="177271" y="56993"/>
                  <a:pt x="170980" y="56993"/>
                </a:cubicBezTo>
                <a:cubicBezTo>
                  <a:pt x="164689" y="56993"/>
                  <a:pt x="159581" y="62101"/>
                  <a:pt x="159581" y="68392"/>
                </a:cubicBezTo>
                <a:cubicBezTo>
                  <a:pt x="159581" y="74683"/>
                  <a:pt x="164689" y="79791"/>
                  <a:pt x="170980" y="7979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90" name="Text 88"/>
          <p:cNvSpPr/>
          <p:nvPr/>
        </p:nvSpPr>
        <p:spPr>
          <a:xfrm>
            <a:off x="3920567" y="6023239"/>
            <a:ext cx="111250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Conditions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3920567" y="6242093"/>
            <a:ext cx="1148984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24+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5251930" y="6059714"/>
            <a:ext cx="9119" cy="437708"/>
          </a:xfrm>
          <a:custGeom>
            <a:avLst/>
            <a:gdLst/>
            <a:ahLst/>
            <a:cxnLst/>
            <a:rect l="l" t="t" r="r" b="b"/>
            <a:pathLst>
              <a:path w="9119" h="437708">
                <a:moveTo>
                  <a:pt x="0" y="0"/>
                </a:moveTo>
                <a:lnTo>
                  <a:pt x="9119" y="0"/>
                </a:lnTo>
                <a:lnTo>
                  <a:pt x="9119" y="437708"/>
                </a:lnTo>
                <a:lnTo>
                  <a:pt x="0" y="437708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5552854" y="6059714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109427" y="0"/>
                </a:moveTo>
                <a:lnTo>
                  <a:pt x="328281" y="0"/>
                </a:lnTo>
                <a:cubicBezTo>
                  <a:pt x="388676" y="0"/>
                  <a:pt x="437708" y="49033"/>
                  <a:pt x="437708" y="109427"/>
                </a:cubicBezTo>
                <a:lnTo>
                  <a:pt x="437708" y="328281"/>
                </a:lnTo>
                <a:cubicBezTo>
                  <a:pt x="437708" y="388716"/>
                  <a:pt x="388716" y="437708"/>
                  <a:pt x="328281" y="437708"/>
                </a:cubicBezTo>
                <a:lnTo>
                  <a:pt x="109427" y="437708"/>
                </a:lnTo>
                <a:cubicBezTo>
                  <a:pt x="49033" y="437708"/>
                  <a:pt x="0" y="388676"/>
                  <a:pt x="0" y="328281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5680519" y="6187379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91189" y="182378"/>
                </a:moveTo>
                <a:cubicBezTo>
                  <a:pt x="141518" y="182378"/>
                  <a:pt x="182378" y="141518"/>
                  <a:pt x="182378" y="91189"/>
                </a:cubicBezTo>
                <a:cubicBezTo>
                  <a:pt x="182378" y="40861"/>
                  <a:pt x="141518" y="0"/>
                  <a:pt x="91189" y="0"/>
                </a:cubicBezTo>
                <a:cubicBezTo>
                  <a:pt x="40861" y="0"/>
                  <a:pt x="0" y="40861"/>
                  <a:pt x="0" y="91189"/>
                </a:cubicBezTo>
                <a:cubicBezTo>
                  <a:pt x="0" y="141518"/>
                  <a:pt x="40861" y="182378"/>
                  <a:pt x="91189" y="182378"/>
                </a:cubicBezTo>
                <a:close/>
                <a:moveTo>
                  <a:pt x="79791" y="56993"/>
                </a:moveTo>
                <a:cubicBezTo>
                  <a:pt x="79791" y="50702"/>
                  <a:pt x="84898" y="45595"/>
                  <a:pt x="91189" y="45595"/>
                </a:cubicBezTo>
                <a:cubicBezTo>
                  <a:pt x="97480" y="45595"/>
                  <a:pt x="102588" y="50702"/>
                  <a:pt x="102588" y="56993"/>
                </a:cubicBezTo>
                <a:cubicBezTo>
                  <a:pt x="102588" y="63284"/>
                  <a:pt x="97480" y="68392"/>
                  <a:pt x="91189" y="68392"/>
                </a:cubicBezTo>
                <a:cubicBezTo>
                  <a:pt x="84898" y="68392"/>
                  <a:pt x="79791" y="63284"/>
                  <a:pt x="79791" y="56993"/>
                </a:cubicBezTo>
                <a:close/>
                <a:moveTo>
                  <a:pt x="76941" y="79791"/>
                </a:moveTo>
                <a:lnTo>
                  <a:pt x="94039" y="79791"/>
                </a:lnTo>
                <a:cubicBezTo>
                  <a:pt x="98776" y="79791"/>
                  <a:pt x="102588" y="83602"/>
                  <a:pt x="102588" y="88340"/>
                </a:cubicBezTo>
                <a:lnTo>
                  <a:pt x="102588" y="119686"/>
                </a:lnTo>
                <a:lnTo>
                  <a:pt x="105438" y="119686"/>
                </a:lnTo>
                <a:cubicBezTo>
                  <a:pt x="110175" y="119686"/>
                  <a:pt x="113987" y="123497"/>
                  <a:pt x="113987" y="128235"/>
                </a:cubicBezTo>
                <a:cubicBezTo>
                  <a:pt x="113987" y="132972"/>
                  <a:pt x="110175" y="136784"/>
                  <a:pt x="105438" y="136784"/>
                </a:cubicBezTo>
                <a:lnTo>
                  <a:pt x="76941" y="136784"/>
                </a:lnTo>
                <a:cubicBezTo>
                  <a:pt x="72203" y="136784"/>
                  <a:pt x="68392" y="132972"/>
                  <a:pt x="68392" y="128235"/>
                </a:cubicBezTo>
                <a:cubicBezTo>
                  <a:pt x="68392" y="123497"/>
                  <a:pt x="72203" y="119686"/>
                  <a:pt x="76941" y="119686"/>
                </a:cubicBezTo>
                <a:lnTo>
                  <a:pt x="85490" y="119686"/>
                </a:lnTo>
                <a:lnTo>
                  <a:pt x="85490" y="96889"/>
                </a:lnTo>
                <a:lnTo>
                  <a:pt x="76941" y="96889"/>
                </a:lnTo>
                <a:cubicBezTo>
                  <a:pt x="72203" y="96889"/>
                  <a:pt x="68392" y="93077"/>
                  <a:pt x="68392" y="88340"/>
                </a:cubicBezTo>
                <a:cubicBezTo>
                  <a:pt x="68392" y="83602"/>
                  <a:pt x="72203" y="79791"/>
                  <a:pt x="76941" y="79791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95" name="Text 93"/>
          <p:cNvSpPr/>
          <p:nvPr/>
        </p:nvSpPr>
        <p:spPr>
          <a:xfrm>
            <a:off x="6099990" y="6023239"/>
            <a:ext cx="87541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Info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6099990" y="6242093"/>
            <a:ext cx="91189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7194260" y="6059714"/>
            <a:ext cx="9119" cy="437708"/>
          </a:xfrm>
          <a:custGeom>
            <a:avLst/>
            <a:gdLst/>
            <a:ahLst/>
            <a:cxnLst/>
            <a:rect l="l" t="t" r="r" b="b"/>
            <a:pathLst>
              <a:path w="9119" h="437708">
                <a:moveTo>
                  <a:pt x="0" y="0"/>
                </a:moveTo>
                <a:lnTo>
                  <a:pt x="9119" y="0"/>
                </a:lnTo>
                <a:lnTo>
                  <a:pt x="9119" y="437708"/>
                </a:lnTo>
                <a:lnTo>
                  <a:pt x="0" y="437708"/>
                </a:lnTo>
                <a:lnTo>
                  <a:pt x="0" y="0"/>
                </a:lnTo>
                <a:close/>
              </a:path>
            </a:pathLst>
          </a:custGeom>
          <a:solidFill>
            <a:srgbClr val="00D4AA">
              <a:alpha val="30196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7495185" y="6059714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109427" y="0"/>
                </a:moveTo>
                <a:lnTo>
                  <a:pt x="328281" y="0"/>
                </a:lnTo>
                <a:cubicBezTo>
                  <a:pt x="388676" y="0"/>
                  <a:pt x="437708" y="49033"/>
                  <a:pt x="437708" y="109427"/>
                </a:cubicBezTo>
                <a:lnTo>
                  <a:pt x="437708" y="328281"/>
                </a:lnTo>
                <a:cubicBezTo>
                  <a:pt x="437708" y="388716"/>
                  <a:pt x="388716" y="437708"/>
                  <a:pt x="328281" y="437708"/>
                </a:cubicBezTo>
                <a:lnTo>
                  <a:pt x="109427" y="437708"/>
                </a:lnTo>
                <a:cubicBezTo>
                  <a:pt x="49033" y="437708"/>
                  <a:pt x="0" y="388676"/>
                  <a:pt x="0" y="328281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7611451" y="6187379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7098" y="69746"/>
                </a:moveTo>
                <a:lnTo>
                  <a:pt x="91617" y="100415"/>
                </a:lnTo>
                <a:cubicBezTo>
                  <a:pt x="95108" y="101840"/>
                  <a:pt x="98812" y="102588"/>
                  <a:pt x="102588" y="102588"/>
                </a:cubicBezTo>
                <a:cubicBezTo>
                  <a:pt x="106364" y="102588"/>
                  <a:pt x="110068" y="101840"/>
                  <a:pt x="113559" y="100415"/>
                </a:cubicBezTo>
                <a:lnTo>
                  <a:pt x="199904" y="64865"/>
                </a:lnTo>
                <a:cubicBezTo>
                  <a:pt x="203110" y="63547"/>
                  <a:pt x="205176" y="60448"/>
                  <a:pt x="205176" y="56993"/>
                </a:cubicBezTo>
                <a:cubicBezTo>
                  <a:pt x="205176" y="53538"/>
                  <a:pt x="203110" y="50439"/>
                  <a:pt x="199904" y="49121"/>
                </a:cubicBezTo>
                <a:lnTo>
                  <a:pt x="113559" y="13572"/>
                </a:lnTo>
                <a:cubicBezTo>
                  <a:pt x="110068" y="12147"/>
                  <a:pt x="106364" y="11399"/>
                  <a:pt x="102588" y="11399"/>
                </a:cubicBezTo>
                <a:cubicBezTo>
                  <a:pt x="98812" y="11399"/>
                  <a:pt x="95108" y="12147"/>
                  <a:pt x="91617" y="13572"/>
                </a:cubicBezTo>
                <a:lnTo>
                  <a:pt x="5272" y="49121"/>
                </a:lnTo>
                <a:cubicBezTo>
                  <a:pt x="2066" y="50439"/>
                  <a:pt x="0" y="53538"/>
                  <a:pt x="0" y="56993"/>
                </a:cubicBezTo>
                <a:lnTo>
                  <a:pt x="0" y="162431"/>
                </a:lnTo>
                <a:cubicBezTo>
                  <a:pt x="0" y="167168"/>
                  <a:pt x="3811" y="170980"/>
                  <a:pt x="8549" y="170980"/>
                </a:cubicBezTo>
                <a:cubicBezTo>
                  <a:pt x="13287" y="170980"/>
                  <a:pt x="17098" y="167168"/>
                  <a:pt x="17098" y="162431"/>
                </a:cubicBezTo>
                <a:lnTo>
                  <a:pt x="17098" y="69746"/>
                </a:lnTo>
                <a:close/>
                <a:moveTo>
                  <a:pt x="34196" y="95286"/>
                </a:moveTo>
                <a:lnTo>
                  <a:pt x="34196" y="136784"/>
                </a:lnTo>
                <a:cubicBezTo>
                  <a:pt x="34196" y="155663"/>
                  <a:pt x="64830" y="170980"/>
                  <a:pt x="102588" y="170980"/>
                </a:cubicBezTo>
                <a:cubicBezTo>
                  <a:pt x="140346" y="170980"/>
                  <a:pt x="170980" y="155663"/>
                  <a:pt x="170980" y="136784"/>
                </a:cubicBezTo>
                <a:lnTo>
                  <a:pt x="170980" y="95250"/>
                </a:lnTo>
                <a:lnTo>
                  <a:pt x="120078" y="116231"/>
                </a:lnTo>
                <a:cubicBezTo>
                  <a:pt x="114521" y="118510"/>
                  <a:pt x="108608" y="119686"/>
                  <a:pt x="102588" y="119686"/>
                </a:cubicBezTo>
                <a:cubicBezTo>
                  <a:pt x="96568" y="119686"/>
                  <a:pt x="90655" y="118510"/>
                  <a:pt x="85098" y="116231"/>
                </a:cubicBezTo>
                <a:lnTo>
                  <a:pt x="34196" y="9525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00" name="Text 98"/>
          <p:cNvSpPr/>
          <p:nvPr/>
        </p:nvSpPr>
        <p:spPr>
          <a:xfrm>
            <a:off x="8042320" y="6023239"/>
            <a:ext cx="84806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8042320" y="6242093"/>
            <a:ext cx="884536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0D4F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2399041" cy="2399041"/>
          </a:xfrm>
          <a:custGeom>
            <a:avLst/>
            <a:gdLst/>
            <a:ahLst/>
            <a:cxnLst/>
            <a:rect l="l" t="t" r="r" b="b"/>
            <a:pathLst>
              <a:path w="2399041" h="2399041">
                <a:moveTo>
                  <a:pt x="1199520" y="0"/>
                </a:moveTo>
                <a:lnTo>
                  <a:pt x="1199520" y="0"/>
                </a:lnTo>
                <a:cubicBezTo>
                  <a:pt x="1861997" y="0"/>
                  <a:pt x="2399041" y="537044"/>
                  <a:pt x="2399041" y="1199520"/>
                </a:cubicBezTo>
                <a:lnTo>
                  <a:pt x="2399041" y="1199520"/>
                </a:lnTo>
                <a:cubicBezTo>
                  <a:pt x="2399041" y="1861997"/>
                  <a:pt x="1861997" y="2399041"/>
                  <a:pt x="1199520" y="2399041"/>
                </a:cubicBezTo>
                <a:lnTo>
                  <a:pt x="1199520" y="2399041"/>
                </a:lnTo>
                <a:cubicBezTo>
                  <a:pt x="537044" y="2399041"/>
                  <a:pt x="0" y="1861997"/>
                  <a:pt x="0" y="1199520"/>
                </a:cubicBezTo>
                <a:lnTo>
                  <a:pt x="0" y="1199520"/>
                </a:lnTo>
                <a:cubicBezTo>
                  <a:pt x="0" y="537044"/>
                  <a:pt x="537044" y="0"/>
                  <a:pt x="1199520" y="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8821424" y="3486106"/>
            <a:ext cx="2998801" cy="2998801"/>
          </a:xfrm>
          <a:custGeom>
            <a:avLst/>
            <a:gdLst/>
            <a:ahLst/>
            <a:cxnLst/>
            <a:rect l="l" t="t" r="r" b="b"/>
            <a:pathLst>
              <a:path w="2998801" h="2998801">
                <a:moveTo>
                  <a:pt x="1499400" y="0"/>
                </a:moveTo>
                <a:lnTo>
                  <a:pt x="1499400" y="0"/>
                </a:lnTo>
                <a:cubicBezTo>
                  <a:pt x="2326942" y="0"/>
                  <a:pt x="2998801" y="671859"/>
                  <a:pt x="2998801" y="1499400"/>
                </a:cubicBezTo>
                <a:lnTo>
                  <a:pt x="2998801" y="1499400"/>
                </a:lnTo>
                <a:cubicBezTo>
                  <a:pt x="2998801" y="2326942"/>
                  <a:pt x="2326942" y="2998801"/>
                  <a:pt x="1499400" y="2998801"/>
                </a:cubicBezTo>
                <a:lnTo>
                  <a:pt x="1499400" y="2998801"/>
                </a:lnTo>
                <a:cubicBezTo>
                  <a:pt x="671859" y="2998801"/>
                  <a:pt x="0" y="2326942"/>
                  <a:pt x="0" y="1499400"/>
                </a:cubicBezTo>
                <a:lnTo>
                  <a:pt x="0" y="1499400"/>
                </a:lnTo>
                <a:cubicBezTo>
                  <a:pt x="0" y="671859"/>
                  <a:pt x="671859" y="0"/>
                  <a:pt x="1499400" y="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5647644" y="-56228"/>
            <a:ext cx="899640" cy="899640"/>
          </a:xfrm>
          <a:custGeom>
            <a:avLst/>
            <a:gdLst/>
            <a:ahLst/>
            <a:cxnLst/>
            <a:rect l="l" t="t" r="r" b="b"/>
            <a:pathLst>
              <a:path w="899640" h="899640">
                <a:moveTo>
                  <a:pt x="149943" y="0"/>
                </a:moveTo>
                <a:lnTo>
                  <a:pt x="749697" y="0"/>
                </a:lnTo>
                <a:cubicBezTo>
                  <a:pt x="832453" y="0"/>
                  <a:pt x="899640" y="67187"/>
                  <a:pt x="899640" y="149943"/>
                </a:cubicBezTo>
                <a:lnTo>
                  <a:pt x="899640" y="749697"/>
                </a:lnTo>
                <a:cubicBezTo>
                  <a:pt x="899640" y="832508"/>
                  <a:pt x="832508" y="899640"/>
                  <a:pt x="749697" y="899640"/>
                </a:cubicBezTo>
                <a:lnTo>
                  <a:pt x="149943" y="899640"/>
                </a:lnTo>
                <a:cubicBezTo>
                  <a:pt x="67187" y="899640"/>
                  <a:pt x="0" y="832453"/>
                  <a:pt x="0" y="749697"/>
                </a:cubicBezTo>
                <a:lnTo>
                  <a:pt x="0" y="149943"/>
                </a:lnTo>
                <a:cubicBezTo>
                  <a:pt x="0" y="67132"/>
                  <a:pt x="67132" y="0"/>
                  <a:pt x="14994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/>
              </a:gs>
              <a:gs pos="100000">
                <a:srgbClr val="14B8A6"/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872554" y="168683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11732" y="76522"/>
                </a:moveTo>
                <a:lnTo>
                  <a:pt x="224910" y="94708"/>
                </a:lnTo>
                <a:lnTo>
                  <a:pt x="238088" y="76522"/>
                </a:lnTo>
                <a:cubicBezTo>
                  <a:pt x="260052" y="46124"/>
                  <a:pt x="295370" y="28114"/>
                  <a:pt x="332884" y="28114"/>
                </a:cubicBezTo>
                <a:cubicBezTo>
                  <a:pt x="397458" y="28114"/>
                  <a:pt x="449820" y="80476"/>
                  <a:pt x="449820" y="145049"/>
                </a:cubicBezTo>
                <a:lnTo>
                  <a:pt x="449820" y="147334"/>
                </a:lnTo>
                <a:cubicBezTo>
                  <a:pt x="449820" y="245908"/>
                  <a:pt x="326910" y="360383"/>
                  <a:pt x="262776" y="409319"/>
                </a:cubicBezTo>
                <a:cubicBezTo>
                  <a:pt x="251882" y="417577"/>
                  <a:pt x="238528" y="421706"/>
                  <a:pt x="224910" y="421706"/>
                </a:cubicBezTo>
                <a:cubicBezTo>
                  <a:pt x="211292" y="421706"/>
                  <a:pt x="197851" y="417665"/>
                  <a:pt x="187044" y="409319"/>
                </a:cubicBezTo>
                <a:cubicBezTo>
                  <a:pt x="122910" y="360383"/>
                  <a:pt x="0" y="245908"/>
                  <a:pt x="0" y="147334"/>
                </a:cubicBezTo>
                <a:lnTo>
                  <a:pt x="0" y="145049"/>
                </a:lnTo>
                <a:cubicBezTo>
                  <a:pt x="0" y="80476"/>
                  <a:pt x="52362" y="28114"/>
                  <a:pt x="116936" y="28114"/>
                </a:cubicBezTo>
                <a:cubicBezTo>
                  <a:pt x="154450" y="28114"/>
                  <a:pt x="189768" y="46124"/>
                  <a:pt x="211732" y="765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20490" y="1068323"/>
            <a:ext cx="5753949" cy="67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31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2945" y="1892993"/>
            <a:ext cx="552903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appreciate your attention and interest in our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03829" y="2497439"/>
            <a:ext cx="8387271" cy="2445897"/>
          </a:xfrm>
          <a:custGeom>
            <a:avLst/>
            <a:gdLst/>
            <a:ahLst/>
            <a:cxnLst/>
            <a:rect l="l" t="t" r="r" b="b"/>
            <a:pathLst>
              <a:path w="8387271" h="2445897">
                <a:moveTo>
                  <a:pt x="149933" y="0"/>
                </a:moveTo>
                <a:lnTo>
                  <a:pt x="8237338" y="0"/>
                </a:lnTo>
                <a:cubicBezTo>
                  <a:pt x="8320144" y="0"/>
                  <a:pt x="8387271" y="67128"/>
                  <a:pt x="8387271" y="149933"/>
                </a:cubicBezTo>
                <a:lnTo>
                  <a:pt x="8387271" y="2295964"/>
                </a:lnTo>
                <a:cubicBezTo>
                  <a:pt x="8387271" y="2378769"/>
                  <a:pt x="8320144" y="2445897"/>
                  <a:pt x="8237338" y="2445897"/>
                </a:cubicBezTo>
                <a:lnTo>
                  <a:pt x="149933" y="2445897"/>
                </a:lnTo>
                <a:cubicBezTo>
                  <a:pt x="67128" y="2445897"/>
                  <a:pt x="0" y="2378769"/>
                  <a:pt x="0" y="2295964"/>
                </a:cubicBezTo>
                <a:lnTo>
                  <a:pt x="0" y="149933"/>
                </a:lnTo>
                <a:cubicBezTo>
                  <a:pt x="0" y="67183"/>
                  <a:pt x="67183" y="0"/>
                  <a:pt x="14993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4813" y="2802005"/>
            <a:ext cx="599760" cy="599760"/>
          </a:xfrm>
          <a:custGeom>
            <a:avLst/>
            <a:gdLst/>
            <a:ahLst/>
            <a:cxnLst/>
            <a:rect l="l" t="t" r="r" b="b"/>
            <a:pathLst>
              <a:path w="599760" h="599760">
                <a:moveTo>
                  <a:pt x="112455" y="0"/>
                </a:moveTo>
                <a:lnTo>
                  <a:pt x="487305" y="0"/>
                </a:lnTo>
                <a:cubicBezTo>
                  <a:pt x="549412" y="0"/>
                  <a:pt x="599760" y="50348"/>
                  <a:pt x="599760" y="112455"/>
                </a:cubicBezTo>
                <a:lnTo>
                  <a:pt x="599760" y="487305"/>
                </a:lnTo>
                <a:cubicBezTo>
                  <a:pt x="599760" y="549412"/>
                  <a:pt x="549412" y="599760"/>
                  <a:pt x="487305" y="599760"/>
                </a:cubicBezTo>
                <a:lnTo>
                  <a:pt x="112455" y="599760"/>
                </a:lnTo>
                <a:cubicBezTo>
                  <a:pt x="50348" y="599760"/>
                  <a:pt x="0" y="549412"/>
                  <a:pt x="0" y="48730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66467" y="2961316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149299" y="11092"/>
                </a:moveTo>
                <a:cubicBezTo>
                  <a:pt x="143918" y="8017"/>
                  <a:pt x="137274" y="8017"/>
                  <a:pt x="131838" y="11092"/>
                </a:cubicBezTo>
                <a:lnTo>
                  <a:pt x="8840" y="81376"/>
                </a:lnTo>
                <a:cubicBezTo>
                  <a:pt x="1922" y="85330"/>
                  <a:pt x="-1483" y="93456"/>
                  <a:pt x="549" y="101144"/>
                </a:cubicBezTo>
                <a:cubicBezTo>
                  <a:pt x="2581" y="108831"/>
                  <a:pt x="9609" y="114212"/>
                  <a:pt x="17571" y="114212"/>
                </a:cubicBezTo>
                <a:lnTo>
                  <a:pt x="35142" y="114212"/>
                </a:lnTo>
                <a:lnTo>
                  <a:pt x="35142" y="228424"/>
                </a:lnTo>
                <a:lnTo>
                  <a:pt x="35142" y="228424"/>
                </a:lnTo>
                <a:lnTo>
                  <a:pt x="7028" y="249510"/>
                </a:lnTo>
                <a:cubicBezTo>
                  <a:pt x="2581" y="252804"/>
                  <a:pt x="0" y="258021"/>
                  <a:pt x="0" y="263566"/>
                </a:cubicBezTo>
                <a:cubicBezTo>
                  <a:pt x="0" y="273286"/>
                  <a:pt x="7852" y="281138"/>
                  <a:pt x="17571" y="281138"/>
                </a:cubicBezTo>
                <a:lnTo>
                  <a:pt x="263566" y="281138"/>
                </a:lnTo>
                <a:cubicBezTo>
                  <a:pt x="273286" y="281138"/>
                  <a:pt x="281138" y="273286"/>
                  <a:pt x="281138" y="263566"/>
                </a:cubicBezTo>
                <a:cubicBezTo>
                  <a:pt x="281138" y="258021"/>
                  <a:pt x="278557" y="252804"/>
                  <a:pt x="274109" y="249510"/>
                </a:cubicBezTo>
                <a:lnTo>
                  <a:pt x="245995" y="228424"/>
                </a:lnTo>
                <a:lnTo>
                  <a:pt x="245995" y="114212"/>
                </a:lnTo>
                <a:lnTo>
                  <a:pt x="263566" y="114212"/>
                </a:lnTo>
                <a:cubicBezTo>
                  <a:pt x="271528" y="114212"/>
                  <a:pt x="278502" y="108831"/>
                  <a:pt x="280534" y="101144"/>
                </a:cubicBezTo>
                <a:cubicBezTo>
                  <a:pt x="282565" y="93456"/>
                  <a:pt x="279161" y="85330"/>
                  <a:pt x="272242" y="81376"/>
                </a:cubicBezTo>
                <a:lnTo>
                  <a:pt x="149245" y="11092"/>
                </a:lnTo>
                <a:close/>
                <a:moveTo>
                  <a:pt x="219639" y="114212"/>
                </a:moveTo>
                <a:lnTo>
                  <a:pt x="219639" y="228424"/>
                </a:lnTo>
                <a:lnTo>
                  <a:pt x="184497" y="228424"/>
                </a:lnTo>
                <a:lnTo>
                  <a:pt x="184497" y="114212"/>
                </a:lnTo>
                <a:lnTo>
                  <a:pt x="219639" y="114212"/>
                </a:lnTo>
                <a:close/>
                <a:moveTo>
                  <a:pt x="158140" y="114212"/>
                </a:moveTo>
                <a:lnTo>
                  <a:pt x="158140" y="228424"/>
                </a:lnTo>
                <a:lnTo>
                  <a:pt x="122998" y="228424"/>
                </a:lnTo>
                <a:lnTo>
                  <a:pt x="122998" y="114212"/>
                </a:lnTo>
                <a:lnTo>
                  <a:pt x="158140" y="114212"/>
                </a:lnTo>
                <a:close/>
                <a:moveTo>
                  <a:pt x="96641" y="114212"/>
                </a:moveTo>
                <a:lnTo>
                  <a:pt x="96641" y="228424"/>
                </a:lnTo>
                <a:lnTo>
                  <a:pt x="61499" y="228424"/>
                </a:lnTo>
                <a:lnTo>
                  <a:pt x="61499" y="114212"/>
                </a:lnTo>
                <a:lnTo>
                  <a:pt x="96641" y="114212"/>
                </a:lnTo>
                <a:close/>
                <a:moveTo>
                  <a:pt x="140569" y="52713"/>
                </a:moveTo>
                <a:cubicBezTo>
                  <a:pt x="150267" y="52713"/>
                  <a:pt x="158140" y="60587"/>
                  <a:pt x="158140" y="70284"/>
                </a:cubicBezTo>
                <a:cubicBezTo>
                  <a:pt x="158140" y="79982"/>
                  <a:pt x="150267" y="87855"/>
                  <a:pt x="140569" y="87855"/>
                </a:cubicBezTo>
                <a:cubicBezTo>
                  <a:pt x="130871" y="87855"/>
                  <a:pt x="122998" y="79982"/>
                  <a:pt x="122998" y="70284"/>
                </a:cubicBezTo>
                <a:cubicBezTo>
                  <a:pt x="122998" y="60587"/>
                  <a:pt x="130871" y="52713"/>
                  <a:pt x="140569" y="5271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2170909" y="3551705"/>
            <a:ext cx="24646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66224" y="3851585"/>
            <a:ext cx="2474011" cy="52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Engineering College, Munger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70909" y="4413860"/>
            <a:ext cx="24646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CSE (AI)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7438" y="2802005"/>
            <a:ext cx="599760" cy="599760"/>
          </a:xfrm>
          <a:custGeom>
            <a:avLst/>
            <a:gdLst/>
            <a:ahLst/>
            <a:cxnLst/>
            <a:rect l="l" t="t" r="r" b="b"/>
            <a:pathLst>
              <a:path w="599760" h="599760">
                <a:moveTo>
                  <a:pt x="112455" y="0"/>
                </a:moveTo>
                <a:lnTo>
                  <a:pt x="487305" y="0"/>
                </a:lnTo>
                <a:cubicBezTo>
                  <a:pt x="549412" y="0"/>
                  <a:pt x="599760" y="50348"/>
                  <a:pt x="599760" y="112455"/>
                </a:cubicBezTo>
                <a:lnTo>
                  <a:pt x="599760" y="487305"/>
                </a:lnTo>
                <a:cubicBezTo>
                  <a:pt x="599760" y="549412"/>
                  <a:pt x="549412" y="599760"/>
                  <a:pt x="487305" y="599760"/>
                </a:cubicBezTo>
                <a:lnTo>
                  <a:pt x="112455" y="599760"/>
                </a:lnTo>
                <a:cubicBezTo>
                  <a:pt x="50348" y="599760"/>
                  <a:pt x="0" y="549412"/>
                  <a:pt x="0" y="48730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76663" y="2961316"/>
            <a:ext cx="245995" cy="281138"/>
          </a:xfrm>
          <a:custGeom>
            <a:avLst/>
            <a:gdLst/>
            <a:ahLst/>
            <a:cxnLst/>
            <a:rect l="l" t="t" r="r" b="b"/>
            <a:pathLst>
              <a:path w="245995" h="281138">
                <a:moveTo>
                  <a:pt x="122998" y="136176"/>
                </a:moveTo>
                <a:cubicBezTo>
                  <a:pt x="86631" y="136176"/>
                  <a:pt x="57106" y="106651"/>
                  <a:pt x="57106" y="70284"/>
                </a:cubicBezTo>
                <a:cubicBezTo>
                  <a:pt x="57106" y="33918"/>
                  <a:pt x="86631" y="4393"/>
                  <a:pt x="122998" y="4393"/>
                </a:cubicBezTo>
                <a:cubicBezTo>
                  <a:pt x="159364" y="4393"/>
                  <a:pt x="188889" y="33918"/>
                  <a:pt x="188889" y="70284"/>
                </a:cubicBezTo>
                <a:cubicBezTo>
                  <a:pt x="188889" y="106651"/>
                  <a:pt x="159364" y="136176"/>
                  <a:pt x="122998" y="136176"/>
                </a:cubicBezTo>
                <a:close/>
                <a:moveTo>
                  <a:pt x="106250" y="166925"/>
                </a:moveTo>
                <a:lnTo>
                  <a:pt x="139745" y="166925"/>
                </a:lnTo>
                <a:cubicBezTo>
                  <a:pt x="145071" y="166925"/>
                  <a:pt x="149354" y="171208"/>
                  <a:pt x="149354" y="176535"/>
                </a:cubicBezTo>
                <a:cubicBezTo>
                  <a:pt x="149354" y="178841"/>
                  <a:pt x="148531" y="181037"/>
                  <a:pt x="147048" y="182794"/>
                </a:cubicBezTo>
                <a:lnTo>
                  <a:pt x="132003" y="200365"/>
                </a:lnTo>
                <a:lnTo>
                  <a:pt x="149025" y="263566"/>
                </a:lnTo>
                <a:lnTo>
                  <a:pt x="149354" y="263566"/>
                </a:lnTo>
                <a:lnTo>
                  <a:pt x="168353" y="187517"/>
                </a:lnTo>
                <a:cubicBezTo>
                  <a:pt x="169561" y="182739"/>
                  <a:pt x="174448" y="179829"/>
                  <a:pt x="179060" y="181586"/>
                </a:cubicBezTo>
                <a:cubicBezTo>
                  <a:pt x="213050" y="194545"/>
                  <a:pt x="237210" y="227491"/>
                  <a:pt x="237210" y="266037"/>
                </a:cubicBezTo>
                <a:cubicBezTo>
                  <a:pt x="237210" y="274329"/>
                  <a:pt x="230456" y="281083"/>
                  <a:pt x="222165" y="281083"/>
                </a:cubicBezTo>
                <a:lnTo>
                  <a:pt x="23831" y="281138"/>
                </a:lnTo>
                <a:cubicBezTo>
                  <a:pt x="15539" y="281138"/>
                  <a:pt x="8786" y="274384"/>
                  <a:pt x="8786" y="266092"/>
                </a:cubicBezTo>
                <a:cubicBezTo>
                  <a:pt x="8786" y="227546"/>
                  <a:pt x="32946" y="194600"/>
                  <a:pt x="66935" y="181641"/>
                </a:cubicBezTo>
                <a:cubicBezTo>
                  <a:pt x="71547" y="179884"/>
                  <a:pt x="76434" y="182794"/>
                  <a:pt x="77642" y="187571"/>
                </a:cubicBezTo>
                <a:lnTo>
                  <a:pt x="96641" y="263621"/>
                </a:lnTo>
                <a:lnTo>
                  <a:pt x="96971" y="263621"/>
                </a:lnTo>
                <a:lnTo>
                  <a:pt x="113993" y="200420"/>
                </a:lnTo>
                <a:lnTo>
                  <a:pt x="98947" y="182849"/>
                </a:lnTo>
                <a:cubicBezTo>
                  <a:pt x="97465" y="181092"/>
                  <a:pt x="96641" y="178896"/>
                  <a:pt x="96641" y="176590"/>
                </a:cubicBezTo>
                <a:cubicBezTo>
                  <a:pt x="96641" y="171263"/>
                  <a:pt x="100924" y="166980"/>
                  <a:pt x="106250" y="16698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863534" y="3551705"/>
            <a:ext cx="24646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Supervisor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58848" y="3851585"/>
            <a:ext cx="247401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Saurabh Suman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63534" y="4151465"/>
            <a:ext cx="24646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Professor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90062" y="2802005"/>
            <a:ext cx="599760" cy="599760"/>
          </a:xfrm>
          <a:custGeom>
            <a:avLst/>
            <a:gdLst/>
            <a:ahLst/>
            <a:cxnLst/>
            <a:rect l="l" t="t" r="r" b="b"/>
            <a:pathLst>
              <a:path w="599760" h="599760">
                <a:moveTo>
                  <a:pt x="112455" y="0"/>
                </a:moveTo>
                <a:lnTo>
                  <a:pt x="487305" y="0"/>
                </a:lnTo>
                <a:cubicBezTo>
                  <a:pt x="549412" y="0"/>
                  <a:pt x="599760" y="50348"/>
                  <a:pt x="599760" y="112455"/>
                </a:cubicBezTo>
                <a:lnTo>
                  <a:pt x="599760" y="487305"/>
                </a:lnTo>
                <a:cubicBezTo>
                  <a:pt x="599760" y="549412"/>
                  <a:pt x="549412" y="599760"/>
                  <a:pt x="487305" y="599760"/>
                </a:cubicBezTo>
                <a:lnTo>
                  <a:pt x="112455" y="599760"/>
                </a:lnTo>
                <a:cubicBezTo>
                  <a:pt x="50348" y="599760"/>
                  <a:pt x="0" y="549412"/>
                  <a:pt x="0" y="48730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16574" y="2961316"/>
            <a:ext cx="351422" cy="281138"/>
          </a:xfrm>
          <a:custGeom>
            <a:avLst/>
            <a:gdLst/>
            <a:ahLst/>
            <a:cxnLst/>
            <a:rect l="l" t="t" r="r" b="b"/>
            <a:pathLst>
              <a:path w="351422" h="281138">
                <a:moveTo>
                  <a:pt x="175711" y="8786"/>
                </a:moveTo>
                <a:cubicBezTo>
                  <a:pt x="207229" y="8786"/>
                  <a:pt x="232817" y="34374"/>
                  <a:pt x="232817" y="65892"/>
                </a:cubicBezTo>
                <a:cubicBezTo>
                  <a:pt x="232817" y="97409"/>
                  <a:pt x="207229" y="122998"/>
                  <a:pt x="175711" y="122998"/>
                </a:cubicBezTo>
                <a:cubicBezTo>
                  <a:pt x="144193" y="122998"/>
                  <a:pt x="118605" y="97409"/>
                  <a:pt x="118605" y="65892"/>
                </a:cubicBezTo>
                <a:cubicBezTo>
                  <a:pt x="118605" y="34374"/>
                  <a:pt x="144193" y="8786"/>
                  <a:pt x="175711" y="8786"/>
                </a:cubicBezTo>
                <a:close/>
                <a:moveTo>
                  <a:pt x="52713" y="48321"/>
                </a:moveTo>
                <a:cubicBezTo>
                  <a:pt x="74533" y="48321"/>
                  <a:pt x="92248" y="66036"/>
                  <a:pt x="92248" y="87855"/>
                </a:cubicBezTo>
                <a:cubicBezTo>
                  <a:pt x="92248" y="109675"/>
                  <a:pt x="74533" y="127390"/>
                  <a:pt x="52713" y="127390"/>
                </a:cubicBezTo>
                <a:cubicBezTo>
                  <a:pt x="30893" y="127390"/>
                  <a:pt x="13178" y="109675"/>
                  <a:pt x="13178" y="87855"/>
                </a:cubicBezTo>
                <a:cubicBezTo>
                  <a:pt x="13178" y="66036"/>
                  <a:pt x="30893" y="48321"/>
                  <a:pt x="52713" y="48321"/>
                </a:cubicBezTo>
                <a:close/>
                <a:moveTo>
                  <a:pt x="0" y="228424"/>
                </a:moveTo>
                <a:cubicBezTo>
                  <a:pt x="0" y="189603"/>
                  <a:pt x="31463" y="158140"/>
                  <a:pt x="70284" y="158140"/>
                </a:cubicBezTo>
                <a:cubicBezTo>
                  <a:pt x="77313" y="158140"/>
                  <a:pt x="84122" y="159183"/>
                  <a:pt x="90546" y="161105"/>
                </a:cubicBezTo>
                <a:cubicBezTo>
                  <a:pt x="72481" y="181312"/>
                  <a:pt x="61499" y="207998"/>
                  <a:pt x="61499" y="237210"/>
                </a:cubicBezTo>
                <a:lnTo>
                  <a:pt x="61499" y="245995"/>
                </a:lnTo>
                <a:cubicBezTo>
                  <a:pt x="61499" y="252255"/>
                  <a:pt x="62817" y="258185"/>
                  <a:pt x="65178" y="263566"/>
                </a:cubicBezTo>
                <a:lnTo>
                  <a:pt x="17571" y="263566"/>
                </a:lnTo>
                <a:cubicBezTo>
                  <a:pt x="7852" y="263566"/>
                  <a:pt x="0" y="255714"/>
                  <a:pt x="0" y="245995"/>
                </a:cubicBezTo>
                <a:lnTo>
                  <a:pt x="0" y="228424"/>
                </a:lnTo>
                <a:close/>
                <a:moveTo>
                  <a:pt x="286244" y="263566"/>
                </a:moveTo>
                <a:cubicBezTo>
                  <a:pt x="288605" y="258185"/>
                  <a:pt x="289923" y="252255"/>
                  <a:pt x="289923" y="245995"/>
                </a:cubicBezTo>
                <a:lnTo>
                  <a:pt x="289923" y="237210"/>
                </a:lnTo>
                <a:cubicBezTo>
                  <a:pt x="289923" y="207998"/>
                  <a:pt x="278941" y="181312"/>
                  <a:pt x="260876" y="161105"/>
                </a:cubicBezTo>
                <a:cubicBezTo>
                  <a:pt x="267300" y="159183"/>
                  <a:pt x="274109" y="158140"/>
                  <a:pt x="281138" y="158140"/>
                </a:cubicBezTo>
                <a:cubicBezTo>
                  <a:pt x="319959" y="158140"/>
                  <a:pt x="351422" y="189603"/>
                  <a:pt x="351422" y="228424"/>
                </a:cubicBezTo>
                <a:lnTo>
                  <a:pt x="351422" y="245995"/>
                </a:lnTo>
                <a:cubicBezTo>
                  <a:pt x="351422" y="255714"/>
                  <a:pt x="343570" y="263566"/>
                  <a:pt x="333851" y="263566"/>
                </a:cubicBezTo>
                <a:lnTo>
                  <a:pt x="286244" y="263566"/>
                </a:lnTo>
                <a:close/>
                <a:moveTo>
                  <a:pt x="259174" y="87855"/>
                </a:moveTo>
                <a:cubicBezTo>
                  <a:pt x="259174" y="66036"/>
                  <a:pt x="276889" y="48321"/>
                  <a:pt x="298709" y="48321"/>
                </a:cubicBezTo>
                <a:cubicBezTo>
                  <a:pt x="320529" y="48321"/>
                  <a:pt x="338244" y="66036"/>
                  <a:pt x="338244" y="87855"/>
                </a:cubicBezTo>
                <a:cubicBezTo>
                  <a:pt x="338244" y="109675"/>
                  <a:pt x="320529" y="127390"/>
                  <a:pt x="298709" y="127390"/>
                </a:cubicBezTo>
                <a:cubicBezTo>
                  <a:pt x="276889" y="127390"/>
                  <a:pt x="259174" y="109675"/>
                  <a:pt x="259174" y="87855"/>
                </a:cubicBezTo>
                <a:close/>
                <a:moveTo>
                  <a:pt x="87855" y="237210"/>
                </a:moveTo>
                <a:cubicBezTo>
                  <a:pt x="87855" y="188670"/>
                  <a:pt x="127171" y="149354"/>
                  <a:pt x="175711" y="149354"/>
                </a:cubicBezTo>
                <a:cubicBezTo>
                  <a:pt x="224251" y="149354"/>
                  <a:pt x="263566" y="188670"/>
                  <a:pt x="263566" y="237210"/>
                </a:cubicBezTo>
                <a:lnTo>
                  <a:pt x="263566" y="245995"/>
                </a:lnTo>
                <a:cubicBezTo>
                  <a:pt x="263566" y="255714"/>
                  <a:pt x="255714" y="263566"/>
                  <a:pt x="245995" y="263566"/>
                </a:cubicBezTo>
                <a:lnTo>
                  <a:pt x="105427" y="263566"/>
                </a:lnTo>
                <a:cubicBezTo>
                  <a:pt x="95708" y="263566"/>
                  <a:pt x="87855" y="255714"/>
                  <a:pt x="87855" y="245995"/>
                </a:cubicBezTo>
                <a:lnTo>
                  <a:pt x="87855" y="23721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7556158" y="3551705"/>
            <a:ext cx="24646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56158" y="3851585"/>
            <a:ext cx="24646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Gaurav, Nitesh, Rupesh, Indrajeet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56158" y="4113980"/>
            <a:ext cx="24646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7th Semester CSE (AI)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95340" y="5252587"/>
            <a:ext cx="5004249" cy="1133922"/>
          </a:xfrm>
          <a:custGeom>
            <a:avLst/>
            <a:gdLst/>
            <a:ahLst/>
            <a:cxnLst/>
            <a:rect l="l" t="t" r="r" b="b"/>
            <a:pathLst>
              <a:path w="5004249" h="1133922">
                <a:moveTo>
                  <a:pt x="149938" y="0"/>
                </a:moveTo>
                <a:lnTo>
                  <a:pt x="4854311" y="0"/>
                </a:lnTo>
                <a:cubicBezTo>
                  <a:pt x="4937119" y="0"/>
                  <a:pt x="5004249" y="67130"/>
                  <a:pt x="5004249" y="149938"/>
                </a:cubicBezTo>
                <a:lnTo>
                  <a:pt x="5004249" y="983983"/>
                </a:lnTo>
                <a:cubicBezTo>
                  <a:pt x="5004249" y="1066792"/>
                  <a:pt x="4937119" y="1133922"/>
                  <a:pt x="4854311" y="1133922"/>
                </a:cubicBezTo>
                <a:lnTo>
                  <a:pt x="149938" y="1133922"/>
                </a:lnTo>
                <a:cubicBezTo>
                  <a:pt x="67130" y="1133922"/>
                  <a:pt x="0" y="1066792"/>
                  <a:pt x="0" y="983983"/>
                </a:cubicBezTo>
                <a:lnTo>
                  <a:pt x="0" y="149938"/>
                </a:lnTo>
                <a:cubicBezTo>
                  <a:pt x="0" y="67185"/>
                  <a:pt x="67185" y="0"/>
                  <a:pt x="14993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AA">
                  <a:alpha val="20000"/>
                </a:srgbClr>
              </a:gs>
              <a:gs pos="100000">
                <a:srgbClr val="14B8A6">
                  <a:alpha val="20000"/>
                </a:srgbClr>
              </a:gs>
            </a:gsLst>
            <a:lin ang="0" scaled="1"/>
          </a:gra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8708" y="5482183"/>
            <a:ext cx="4657513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82765" y="5894518"/>
            <a:ext cx="462939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would be happy to answer any questions about our project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1639</Words>
  <Application>Microsoft Office PowerPoint</Application>
  <PresentationFormat>Widescreen</PresentationFormat>
  <Paragraphs>457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Quattrocento Sans</vt:lpstr>
      <vt:lpstr>Hedvig Letters Sans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HealthVision AI - Project Presentation</dc:title>
  <dc:subject>HealthVision AI - Project Presentation</dc:subject>
  <dc:creator>Kimi</dc:creator>
  <cp:lastModifiedBy>Gaurav Kumar</cp:lastModifiedBy>
  <cp:revision>4</cp:revision>
  <dcterms:created xsi:type="dcterms:W3CDTF">2026-03-08T14:23:47Z</dcterms:created>
  <dcterms:modified xsi:type="dcterms:W3CDTF">2026-03-08T14:58:56Z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{"Label":"HealthVision AI - Project Presentation","ContentProducer":"001191110108MACG2KBH8F10000","ProduceID":"19ccdcaf-5202-869a-8000-00008acc6117","ReservedCode1":"","ContentPropagator":"001191110108MACG2KBH8F20000","PropagateID":"19ccdcaf-5202-869a-8000-00008acc6117","ReservedCode2":""}</vt:lpwstr>
  </property>
</Properties>
</file>